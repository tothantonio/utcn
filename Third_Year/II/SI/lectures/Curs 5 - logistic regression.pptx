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79" r:id="rId16"/>
    <p:sldId id="269" r:id="rId17"/>
    <p:sldId id="270" r:id="rId18"/>
    <p:sldId id="271" r:id="rId19"/>
    <p:sldId id="273" r:id="rId20"/>
    <p:sldId id="274" r:id="rId21"/>
    <p:sldId id="275" r:id="rId22"/>
    <p:sldId id="277" r:id="rId23"/>
    <p:sldId id="276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72A77-1D16-4D9E-B85D-16D804C70160}" v="37" dt="2025-04-02T15:42:50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a Nicoleta Marginean" userId="S::anca.marginean@campus.utcluj.ro::473c7f46-1a0b-4cd5-ad40-d9e5d41646e8" providerId="AD" clId="Web-{2CDE015C-DB13-84D7-C2A1-7A2DF4469F07}"/>
    <pc:docChg chg="sldOrd">
      <pc:chgData name="Anca Nicoleta Marginean" userId="S::anca.marginean@campus.utcluj.ro::473c7f46-1a0b-4cd5-ad40-d9e5d41646e8" providerId="AD" clId="Web-{2CDE015C-DB13-84D7-C2A1-7A2DF4469F07}" dt="2025-03-26T21:09:33.217" v="0"/>
      <pc:docMkLst>
        <pc:docMk/>
      </pc:docMkLst>
      <pc:sldChg chg="ord">
        <pc:chgData name="Anca Nicoleta Marginean" userId="S::anca.marginean@campus.utcluj.ro::473c7f46-1a0b-4cd5-ad40-d9e5d41646e8" providerId="AD" clId="Web-{2CDE015C-DB13-84D7-C2A1-7A2DF4469F07}" dt="2025-03-26T21:09:33.217" v="0"/>
        <pc:sldMkLst>
          <pc:docMk/>
          <pc:sldMk cId="2509059923" sldId="263"/>
        </pc:sldMkLst>
      </pc:sldChg>
    </pc:docChg>
  </pc:docChgLst>
  <pc:docChgLst>
    <pc:chgData name="Anca Nicoleta Marginean" userId="S::anca.marginean@campus.utcluj.ro::473c7f46-1a0b-4cd5-ad40-d9e5d41646e8" providerId="AD" clId="Web-{5417304D-08D6-2AE6-7669-9E0B62C14575}"/>
    <pc:docChg chg="addSld">
      <pc:chgData name="Anca Nicoleta Marginean" userId="S::anca.marginean@campus.utcluj.ro::473c7f46-1a0b-4cd5-ad40-d9e5d41646e8" providerId="AD" clId="Web-{5417304D-08D6-2AE6-7669-9E0B62C14575}" dt="2024-04-04T08:55:37.429" v="0"/>
      <pc:docMkLst>
        <pc:docMk/>
      </pc:docMkLst>
      <pc:sldChg chg="new">
        <pc:chgData name="Anca Nicoleta Marginean" userId="S::anca.marginean@campus.utcluj.ro::473c7f46-1a0b-4cd5-ad40-d9e5d41646e8" providerId="AD" clId="Web-{5417304D-08D6-2AE6-7669-9E0B62C14575}" dt="2024-04-04T08:55:37.429" v="0"/>
        <pc:sldMkLst>
          <pc:docMk/>
          <pc:sldMk cId="3373759119" sldId="282"/>
        </pc:sldMkLst>
      </pc:sldChg>
    </pc:docChg>
  </pc:docChgLst>
  <pc:docChgLst>
    <pc:chgData name="Anca Nicoleta Marginean" userId="S::anca.marginean@campus.utcluj.ro::473c7f46-1a0b-4cd5-ad40-d9e5d41646e8" providerId="AD" clId="Web-{A8772A77-1D16-4D9E-B85D-16D804C70160}"/>
    <pc:docChg chg="modSld sldOrd">
      <pc:chgData name="Anca Nicoleta Marginean" userId="S::anca.marginean@campus.utcluj.ro::473c7f46-1a0b-4cd5-ad40-d9e5d41646e8" providerId="AD" clId="Web-{A8772A77-1D16-4D9E-B85D-16D804C70160}" dt="2025-04-02T15:42:50.214" v="32" actId="20577"/>
      <pc:docMkLst>
        <pc:docMk/>
      </pc:docMkLst>
      <pc:sldChg chg="modSp">
        <pc:chgData name="Anca Nicoleta Marginean" userId="S::anca.marginean@campus.utcluj.ro::473c7f46-1a0b-4cd5-ad40-d9e5d41646e8" providerId="AD" clId="Web-{A8772A77-1D16-4D9E-B85D-16D804C70160}" dt="2025-04-02T15:23:50.202" v="25" actId="20577"/>
        <pc:sldMkLst>
          <pc:docMk/>
          <pc:sldMk cId="3333548766" sldId="260"/>
        </pc:sldMkLst>
        <pc:spChg chg="mod">
          <ac:chgData name="Anca Nicoleta Marginean" userId="S::anca.marginean@campus.utcluj.ro::473c7f46-1a0b-4cd5-ad40-d9e5d41646e8" providerId="AD" clId="Web-{A8772A77-1D16-4D9E-B85D-16D804C70160}" dt="2025-04-02T15:22:43.106" v="1" actId="20577"/>
          <ac:spMkLst>
            <pc:docMk/>
            <pc:sldMk cId="3333548766" sldId="260"/>
            <ac:spMk id="2" creationId="{44E767AE-6812-F56B-F985-5A7F459537D5}"/>
          </ac:spMkLst>
        </pc:spChg>
        <pc:spChg chg="mod">
          <ac:chgData name="Anca Nicoleta Marginean" userId="S::anca.marginean@campus.utcluj.ro::473c7f46-1a0b-4cd5-ad40-d9e5d41646e8" providerId="AD" clId="Web-{A8772A77-1D16-4D9E-B85D-16D804C70160}" dt="2025-04-02T15:23:50.202" v="25" actId="20577"/>
          <ac:spMkLst>
            <pc:docMk/>
            <pc:sldMk cId="3333548766" sldId="260"/>
            <ac:spMk id="3" creationId="{BCB5A804-20DE-06F5-83B7-92B7CD65CFB7}"/>
          </ac:spMkLst>
        </pc:spChg>
      </pc:sldChg>
      <pc:sldChg chg="modSp ord">
        <pc:chgData name="Anca Nicoleta Marginean" userId="S::anca.marginean@campus.utcluj.ro::473c7f46-1a0b-4cd5-ad40-d9e5d41646e8" providerId="AD" clId="Web-{A8772A77-1D16-4D9E-B85D-16D804C70160}" dt="2025-04-02T15:25:20.550" v="29"/>
        <pc:sldMkLst>
          <pc:docMk/>
          <pc:sldMk cId="1173449444" sldId="261"/>
        </pc:sldMkLst>
        <pc:spChg chg="mod">
          <ac:chgData name="Anca Nicoleta Marginean" userId="S::anca.marginean@campus.utcluj.ro::473c7f46-1a0b-4cd5-ad40-d9e5d41646e8" providerId="AD" clId="Web-{A8772A77-1D16-4D9E-B85D-16D804C70160}" dt="2025-04-02T15:25:20.550" v="29"/>
          <ac:spMkLst>
            <pc:docMk/>
            <pc:sldMk cId="1173449444" sldId="261"/>
            <ac:spMk id="5" creationId="{36C6A0F9-16C1-44D0-C593-8EB24009247E}"/>
          </ac:spMkLst>
        </pc:spChg>
      </pc:sldChg>
      <pc:sldChg chg="modSp">
        <pc:chgData name="Anca Nicoleta Marginean" userId="S::anca.marginean@campus.utcluj.ro::473c7f46-1a0b-4cd5-ad40-d9e5d41646e8" providerId="AD" clId="Web-{A8772A77-1D16-4D9E-B85D-16D804C70160}" dt="2025-04-02T15:42:50.214" v="32" actId="20577"/>
        <pc:sldMkLst>
          <pc:docMk/>
          <pc:sldMk cId="653420410" sldId="275"/>
        </pc:sldMkLst>
        <pc:spChg chg="mod">
          <ac:chgData name="Anca Nicoleta Marginean" userId="S::anca.marginean@campus.utcluj.ro::473c7f46-1a0b-4cd5-ad40-d9e5d41646e8" providerId="AD" clId="Web-{A8772A77-1D16-4D9E-B85D-16D804C70160}" dt="2025-04-02T15:42:50.214" v="32" actId="20577"/>
          <ac:spMkLst>
            <pc:docMk/>
            <pc:sldMk cId="653420410" sldId="275"/>
            <ac:spMk id="5" creationId="{E8EAFD11-DA13-02AA-32FF-668D31F10EC2}"/>
          </ac:spMkLst>
        </pc:spChg>
      </pc:sldChg>
    </pc:docChg>
  </pc:docChgLst>
  <pc:docChgLst>
    <pc:chgData name="Anca Nicoleta Marginean" userId="S::anca.marginean@campus.utcluj.ro::473c7f46-1a0b-4cd5-ad40-d9e5d41646e8" providerId="AD" clId="Web-{F50D539C-8B4C-F666-8AD0-AE7DE582B122}"/>
    <pc:docChg chg="delSld">
      <pc:chgData name="Anca Nicoleta Marginean" userId="S::anca.marginean@campus.utcluj.ro::473c7f46-1a0b-4cd5-ad40-d9e5d41646e8" providerId="AD" clId="Web-{F50D539C-8B4C-F666-8AD0-AE7DE582B122}" dt="2025-03-27T07:30:15.324" v="0"/>
      <pc:docMkLst>
        <pc:docMk/>
      </pc:docMkLst>
      <pc:sldChg chg="del">
        <pc:chgData name="Anca Nicoleta Marginean" userId="S::anca.marginean@campus.utcluj.ro::473c7f46-1a0b-4cd5-ad40-d9e5d41646e8" providerId="AD" clId="Web-{F50D539C-8B4C-F666-8AD0-AE7DE582B122}" dt="2025-03-27T07:30:15.324" v="0"/>
        <pc:sldMkLst>
          <pc:docMk/>
          <pc:sldMk cId="3373759119" sldId="282"/>
        </pc:sldMkLst>
      </pc:sldChg>
    </pc:docChg>
  </pc:docChgLst>
  <pc:docChgLst>
    <pc:chgData clId="Web-{38D1BF27-5EE6-84B6-F2C9-4DAB0F340032}"/>
    <pc:docChg chg="modSld">
      <pc:chgData name="" userId="" providerId="" clId="Web-{38D1BF27-5EE6-84B6-F2C9-4DAB0F340032}" dt="2024-04-03T19:34:20.790" v="2" actId="20577"/>
      <pc:docMkLst>
        <pc:docMk/>
      </pc:docMkLst>
      <pc:sldChg chg="modSp">
        <pc:chgData name="" userId="" providerId="" clId="Web-{38D1BF27-5EE6-84B6-F2C9-4DAB0F340032}" dt="2024-04-03T19:34:20.790" v="2" actId="20577"/>
        <pc:sldMkLst>
          <pc:docMk/>
          <pc:sldMk cId="109857222" sldId="256"/>
        </pc:sldMkLst>
        <pc:spChg chg="mod">
          <ac:chgData name="" userId="" providerId="" clId="Web-{38D1BF27-5EE6-84B6-F2C9-4DAB0F340032}" dt="2024-04-03T19:34:20.790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ca Nicoleta Marginean" userId="S::anca.marginean@campus.utcluj.ro::473c7f46-1a0b-4cd5-ad40-d9e5d41646e8" providerId="AD" clId="Web-{38D1BF27-5EE6-84B6-F2C9-4DAB0F340032}"/>
    <pc:docChg chg="addSld delSld modSld addMainMaster delMainMaster">
      <pc:chgData name="Anca Nicoleta Marginean" userId="S::anca.marginean@campus.utcluj.ro::473c7f46-1a0b-4cd5-ad40-d9e5d41646e8" providerId="AD" clId="Web-{38D1BF27-5EE6-84B6-F2C9-4DAB0F340032}" dt="2024-04-04T00:07:10.990" v="2483" actId="1076"/>
      <pc:docMkLst>
        <pc:docMk/>
      </pc:docMkLst>
      <pc:sldChg chg="addSp delSp modSp mod setBg modClrScheme chgLayout">
        <pc:chgData name="Anca Nicoleta Marginean" userId="S::anca.marginean@campus.utcluj.ro::473c7f46-1a0b-4cd5-ad40-d9e5d41646e8" providerId="AD" clId="Web-{38D1BF27-5EE6-84B6-F2C9-4DAB0F340032}" dt="2024-04-04T00:06:15.896" v="2479" actId="1076"/>
        <pc:sldMkLst>
          <pc:docMk/>
          <pc:sldMk cId="109857222" sldId="256"/>
        </pc:sldMkLst>
        <pc:spChg chg="mod">
          <ac:chgData name="Anca Nicoleta Marginean" userId="S::anca.marginean@campus.utcluj.ro::473c7f46-1a0b-4cd5-ad40-d9e5d41646e8" providerId="AD" clId="Web-{38D1BF27-5EE6-84B6-F2C9-4DAB0F340032}" dt="2024-04-04T00:06:10.239" v="2477" actId="1076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Anca Nicoleta Marginean" userId="S::anca.marginean@campus.utcluj.ro::473c7f46-1a0b-4cd5-ad40-d9e5d41646e8" providerId="AD" clId="Web-{38D1BF27-5EE6-84B6-F2C9-4DAB0F340032}" dt="2024-04-03T23:51:48.997" v="246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ca Nicoleta Marginean" userId="S::anca.marginean@campus.utcluj.ro::473c7f46-1a0b-4cd5-ad40-d9e5d41646e8" providerId="AD" clId="Web-{38D1BF27-5EE6-84B6-F2C9-4DAB0F340032}" dt="2024-04-03T19:35:14.166" v="27"/>
          <ac:spMkLst>
            <pc:docMk/>
            <pc:sldMk cId="109857222" sldId="256"/>
            <ac:spMk id="9" creationId="{55666830-9A19-4E01-8505-D6C7F9AC5665}"/>
          </ac:spMkLst>
        </pc:spChg>
        <pc:spChg chg="add del">
          <ac:chgData name="Anca Nicoleta Marginean" userId="S::anca.marginean@campus.utcluj.ro::473c7f46-1a0b-4cd5-ad40-d9e5d41646e8" providerId="AD" clId="Web-{38D1BF27-5EE6-84B6-F2C9-4DAB0F340032}" dt="2024-04-03T19:35:14.166" v="27"/>
          <ac:spMkLst>
            <pc:docMk/>
            <pc:sldMk cId="109857222" sldId="256"/>
            <ac:spMk id="11" creationId="{AE9FC877-7FB6-4D22-9988-35420644E202}"/>
          </ac:spMkLst>
        </pc:spChg>
        <pc:spChg chg="add del">
          <ac:chgData name="Anca Nicoleta Marginean" userId="S::anca.marginean@campus.utcluj.ro::473c7f46-1a0b-4cd5-ad40-d9e5d41646e8" providerId="AD" clId="Web-{38D1BF27-5EE6-84B6-F2C9-4DAB0F340032}" dt="2024-04-03T19:35:14.166" v="27"/>
          <ac:spMkLst>
            <pc:docMk/>
            <pc:sldMk cId="109857222" sldId="256"/>
            <ac:spMk id="13" creationId="{E41809D1-F12E-46BB-B804-5F209D325E8B}"/>
          </ac:spMkLst>
        </pc:spChg>
        <pc:spChg chg="add del">
          <ac:chgData name="Anca Nicoleta Marginean" userId="S::anca.marginean@campus.utcluj.ro::473c7f46-1a0b-4cd5-ad40-d9e5d41646e8" providerId="AD" clId="Web-{38D1BF27-5EE6-84B6-F2C9-4DAB0F340032}" dt="2024-04-03T19:35:14.166" v="27"/>
          <ac:spMkLst>
            <pc:docMk/>
            <pc:sldMk cId="109857222" sldId="256"/>
            <ac:spMk id="15" creationId="{AF2F604E-43BE-4DC3-B983-E071523364F8}"/>
          </ac:spMkLst>
        </pc:spChg>
        <pc:spChg chg="add del">
          <ac:chgData name="Anca Nicoleta Marginean" userId="S::anca.marginean@campus.utcluj.ro::473c7f46-1a0b-4cd5-ad40-d9e5d41646e8" providerId="AD" clId="Web-{38D1BF27-5EE6-84B6-F2C9-4DAB0F340032}" dt="2024-04-03T19:35:14.166" v="27"/>
          <ac:spMkLst>
            <pc:docMk/>
            <pc:sldMk cId="109857222" sldId="256"/>
            <ac:spMk id="17" creationId="{08C9B587-E65E-4B52-B37C-ABEBB6E87928}"/>
          </ac:spMkLst>
        </pc:spChg>
        <pc:picChg chg="add del">
          <ac:chgData name="Anca Nicoleta Marginean" userId="S::anca.marginean@campus.utcluj.ro::473c7f46-1a0b-4cd5-ad40-d9e5d41646e8" providerId="AD" clId="Web-{38D1BF27-5EE6-84B6-F2C9-4DAB0F340032}" dt="2024-04-03T19:35:14.166" v="27"/>
          <ac:picMkLst>
            <pc:docMk/>
            <pc:sldMk cId="109857222" sldId="256"/>
            <ac:picMk id="4" creationId="{135A480D-C68A-7072-48A6-E7BF9FEF541D}"/>
          </ac:picMkLst>
        </pc:picChg>
        <pc:picChg chg="add del mod">
          <ac:chgData name="Anca Nicoleta Marginean" userId="S::anca.marginean@campus.utcluj.ro::473c7f46-1a0b-4cd5-ad40-d9e5d41646e8" providerId="AD" clId="Web-{38D1BF27-5EE6-84B6-F2C9-4DAB0F340032}" dt="2024-04-04T00:05:36.489" v="2474"/>
          <ac:picMkLst>
            <pc:docMk/>
            <pc:sldMk cId="109857222" sldId="256"/>
            <ac:picMk id="4" creationId="{81FEF992-5BE8-A082-AD94-088D6C11D34E}"/>
          </ac:picMkLst>
        </pc:picChg>
        <pc:picChg chg="add del mod">
          <ac:chgData name="Anca Nicoleta Marginean" userId="S::anca.marginean@campus.utcluj.ro::473c7f46-1a0b-4cd5-ad40-d9e5d41646e8" providerId="AD" clId="Web-{38D1BF27-5EE6-84B6-F2C9-4DAB0F340032}" dt="2024-04-04T00:05:17.661" v="2470"/>
          <ac:picMkLst>
            <pc:docMk/>
            <pc:sldMk cId="109857222" sldId="256"/>
            <ac:picMk id="5" creationId="{7BD4CFAD-C9EB-A186-0300-2018510FF6F1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4T00:06:15.896" v="2479" actId="1076"/>
          <ac:picMkLst>
            <pc:docMk/>
            <pc:sldMk cId="109857222" sldId="256"/>
            <ac:picMk id="6" creationId="{C05AE0E8-8A62-FDC3-0938-B171279D8C29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0:03:13.075" v="51"/>
        <pc:sldMkLst>
          <pc:docMk/>
          <pc:sldMk cId="346964342" sldId="257"/>
        </pc:sldMkLst>
        <pc:spChg chg="mod">
          <ac:chgData name="Anca Nicoleta Marginean" userId="S::anca.marginean@campus.utcluj.ro::473c7f46-1a0b-4cd5-ad40-d9e5d41646e8" providerId="AD" clId="Web-{38D1BF27-5EE6-84B6-F2C9-4DAB0F340032}" dt="2024-04-03T19:58:37.448" v="36" actId="20577"/>
          <ac:spMkLst>
            <pc:docMk/>
            <pc:sldMk cId="346964342" sldId="257"/>
            <ac:spMk id="2" creationId="{75978046-7AF4-11EA-8FAD-9CC0AD9A1B16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19:58:28.932" v="29"/>
          <ac:spMkLst>
            <pc:docMk/>
            <pc:sldMk cId="346964342" sldId="257"/>
            <ac:spMk id="3" creationId="{05BC1601-38AF-00FD-E857-6960A2513733}"/>
          </ac:spMkLst>
        </pc:spChg>
        <pc:spChg chg="add">
          <ac:chgData name="Anca Nicoleta Marginean" userId="S::anca.marginean@campus.utcluj.ro::473c7f46-1a0b-4cd5-ad40-d9e5d41646e8" providerId="AD" clId="Web-{38D1BF27-5EE6-84B6-F2C9-4DAB0F340032}" dt="2024-04-03T20:03:13.075" v="51"/>
          <ac:spMkLst>
            <pc:docMk/>
            <pc:sldMk cId="346964342" sldId="257"/>
            <ac:spMk id="7" creationId="{76B457FD-DEC0-F998-A921-46D9D29C4805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19:58:39.776" v="37" actId="1076"/>
          <ac:picMkLst>
            <pc:docMk/>
            <pc:sldMk cId="346964342" sldId="257"/>
            <ac:picMk id="4" creationId="{C4B5B241-CF02-7A4B-CCFF-E901785E3DB9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19:59:47.230" v="50" actId="14100"/>
          <ac:picMkLst>
            <pc:docMk/>
            <pc:sldMk cId="346964342" sldId="257"/>
            <ac:picMk id="5" creationId="{FA5413BB-202B-393F-3145-B39A6A8CA35D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19:59:42.089" v="48" actId="1076"/>
          <ac:picMkLst>
            <pc:docMk/>
            <pc:sldMk cId="346964342" sldId="257"/>
            <ac:picMk id="6" creationId="{F7F9A83A-7DC2-F77C-3D6C-384D132ED3E8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0:07:33.217" v="152" actId="1076"/>
        <pc:sldMkLst>
          <pc:docMk/>
          <pc:sldMk cId="2130178186" sldId="258"/>
        </pc:sldMkLst>
        <pc:spChg chg="mod">
          <ac:chgData name="Anca Nicoleta Marginean" userId="S::anca.marginean@campus.utcluj.ro::473c7f46-1a0b-4cd5-ad40-d9e5d41646e8" providerId="AD" clId="Web-{38D1BF27-5EE6-84B6-F2C9-4DAB0F340032}" dt="2024-04-03T20:03:39.450" v="60" actId="20577"/>
          <ac:spMkLst>
            <pc:docMk/>
            <pc:sldMk cId="2130178186" sldId="258"/>
            <ac:spMk id="2" creationId="{79011DD5-79AB-03E2-AD99-4F20F76EA4AC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0:07:26.952" v="150" actId="14100"/>
          <ac:spMkLst>
            <pc:docMk/>
            <pc:sldMk cId="2130178186" sldId="258"/>
            <ac:spMk id="3" creationId="{C193E186-BA1E-F37F-E254-B2322CDD4B45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0:07:33.217" v="152" actId="1076"/>
          <ac:picMkLst>
            <pc:docMk/>
            <pc:sldMk cId="2130178186" sldId="258"/>
            <ac:picMk id="4" creationId="{C3F5DD6B-9403-5A6D-10F9-65293B75AB52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07:29.452" v="151" actId="1076"/>
          <ac:picMkLst>
            <pc:docMk/>
            <pc:sldMk cId="2130178186" sldId="258"/>
            <ac:picMk id="5" creationId="{D6E85915-FC79-2AB8-3742-F460CB822DAF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0:42:28.941" v="650" actId="14100"/>
        <pc:sldMkLst>
          <pc:docMk/>
          <pc:sldMk cId="1742510918" sldId="259"/>
        </pc:sldMkLst>
        <pc:spChg chg="del">
          <ac:chgData name="Anca Nicoleta Marginean" userId="S::anca.marginean@campus.utcluj.ro::473c7f46-1a0b-4cd5-ad40-d9e5d41646e8" providerId="AD" clId="Web-{38D1BF27-5EE6-84B6-F2C9-4DAB0F340032}" dt="2024-04-03T20:07:58.327" v="154"/>
          <ac:spMkLst>
            <pc:docMk/>
            <pc:sldMk cId="1742510918" sldId="259"/>
            <ac:spMk id="3" creationId="{0720B667-6D3D-0D1A-9F6F-CF7255ACB3B4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17:09.456" v="394"/>
          <ac:spMkLst>
            <pc:docMk/>
            <pc:sldMk cId="1742510918" sldId="259"/>
            <ac:spMk id="6" creationId="{353E0EB5-ACE5-2E40-45FD-24A00F717E96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17:16.690" v="396" actId="20577"/>
          <ac:spMkLst>
            <pc:docMk/>
            <pc:sldMk cId="1742510918" sldId="259"/>
            <ac:spMk id="7" creationId="{79CD8E9B-31FB-6689-FFBE-E73800F80933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12:50.751" v="235" actId="20577"/>
          <ac:spMkLst>
            <pc:docMk/>
            <pc:sldMk cId="1742510918" sldId="259"/>
            <ac:spMk id="8" creationId="{82C7644D-8F4D-5EDB-102F-649C45B82CE1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42:28.941" v="650" actId="14100"/>
          <ac:spMkLst>
            <pc:docMk/>
            <pc:sldMk cId="1742510918" sldId="259"/>
            <ac:spMk id="9" creationId="{07835E19-8389-5472-E8F1-943DB93F042C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0:08:35.796" v="161" actId="1076"/>
          <ac:picMkLst>
            <pc:docMk/>
            <pc:sldMk cId="1742510918" sldId="259"/>
            <ac:picMk id="4" creationId="{38FF9089-573F-1B9C-6A3E-0B7B78F053F3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08:18.124" v="160" actId="14100"/>
          <ac:picMkLst>
            <pc:docMk/>
            <pc:sldMk cId="1742510918" sldId="259"/>
            <ac:picMk id="5" creationId="{7025F9FC-1A6C-1D17-3D42-DDCE6B7B97FB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0:16:56.690" v="393"/>
        <pc:sldMkLst>
          <pc:docMk/>
          <pc:sldMk cId="3333548766" sldId="260"/>
        </pc:sldMkLst>
        <pc:spChg chg="mod">
          <ac:chgData name="Anca Nicoleta Marginean" userId="S::anca.marginean@campus.utcluj.ro::473c7f46-1a0b-4cd5-ad40-d9e5d41646e8" providerId="AD" clId="Web-{38D1BF27-5EE6-84B6-F2C9-4DAB0F340032}" dt="2024-04-03T20:13:11.282" v="254" actId="20577"/>
          <ac:spMkLst>
            <pc:docMk/>
            <pc:sldMk cId="3333548766" sldId="260"/>
            <ac:spMk id="2" creationId="{44E767AE-6812-F56B-F985-5A7F459537D5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0:15:15.252" v="346" actId="20577"/>
          <ac:spMkLst>
            <pc:docMk/>
            <pc:sldMk cId="3333548766" sldId="260"/>
            <ac:spMk id="3" creationId="{BCB5A804-20DE-06F5-83B7-92B7CD65CFB7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16:34.096" v="374"/>
          <ac:spMkLst>
            <pc:docMk/>
            <pc:sldMk cId="3333548766" sldId="260"/>
            <ac:spMk id="6" creationId="{1CD28B8D-6DCB-D372-953D-44476647D5E3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16:56.690" v="393"/>
          <ac:spMkLst>
            <pc:docMk/>
            <pc:sldMk cId="3333548766" sldId="260"/>
            <ac:spMk id="7" creationId="{7247E6AB-259D-BDA6-95F8-904C865877EC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0:15:29.236" v="350" actId="1076"/>
          <ac:picMkLst>
            <pc:docMk/>
            <pc:sldMk cId="3333548766" sldId="260"/>
            <ac:picMk id="4" creationId="{D5C5B5E3-CE1D-24F2-BCF2-61456591A9C6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16:19.361" v="353" actId="14100"/>
          <ac:picMkLst>
            <pc:docMk/>
            <pc:sldMk cId="3333548766" sldId="260"/>
            <ac:picMk id="5" creationId="{0A1DAC82-C5C6-C197-FC47-9CE377643A9A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0:23:24.365" v="491" actId="20577"/>
        <pc:sldMkLst>
          <pc:docMk/>
          <pc:sldMk cId="1173449444" sldId="261"/>
        </pc:sldMkLst>
        <pc:spChg chg="mod">
          <ac:chgData name="Anca Nicoleta Marginean" userId="S::anca.marginean@campus.utcluj.ro::473c7f46-1a0b-4cd5-ad40-d9e5d41646e8" providerId="AD" clId="Web-{38D1BF27-5EE6-84B6-F2C9-4DAB0F340032}" dt="2024-04-03T20:23:24.365" v="491" actId="20577"/>
          <ac:spMkLst>
            <pc:docMk/>
            <pc:sldMk cId="1173449444" sldId="261"/>
            <ac:spMk id="2" creationId="{8319DA66-0235-2BCE-F5C9-9908EFBD7ED7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0:19:33.191" v="398"/>
          <ac:spMkLst>
            <pc:docMk/>
            <pc:sldMk cId="1173449444" sldId="261"/>
            <ac:spMk id="3" creationId="{ADAB2F43-3838-2DF4-905B-AF7D51F06789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21:53.552" v="457" actId="20577"/>
          <ac:spMkLst>
            <pc:docMk/>
            <pc:sldMk cId="1173449444" sldId="261"/>
            <ac:spMk id="5" creationId="{36C6A0F9-16C1-44D0-C593-8EB24009247E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22:08.739" v="474" actId="20577"/>
          <ac:spMkLst>
            <pc:docMk/>
            <pc:sldMk cId="1173449444" sldId="261"/>
            <ac:spMk id="7" creationId="{DD03CE99-852D-E2FA-0839-172DC11F9273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22:05.427" v="472" actId="20577"/>
          <ac:spMkLst>
            <pc:docMk/>
            <pc:sldMk cId="1173449444" sldId="261"/>
            <ac:spMk id="9" creationId="{224A9BD4-2EE0-3974-9236-E863039EBC97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0:19:39.503" v="400" actId="14100"/>
          <ac:picMkLst>
            <pc:docMk/>
            <pc:sldMk cId="1173449444" sldId="261"/>
            <ac:picMk id="4" creationId="{092C9A7A-4E44-6692-84E7-20C5C929685A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20:43.191" v="415" actId="14100"/>
          <ac:picMkLst>
            <pc:docMk/>
            <pc:sldMk cId="1173449444" sldId="261"/>
            <ac:picMk id="6" creationId="{19BFA3E5-B868-D100-4638-0DDD42F1090F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21:27.098" v="440" actId="14100"/>
          <ac:picMkLst>
            <pc:docMk/>
            <pc:sldMk cId="1173449444" sldId="261"/>
            <ac:picMk id="8" creationId="{7C2205A7-AE8B-616B-555A-84DAF679536D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0:31:46.993" v="604"/>
        <pc:sldMkLst>
          <pc:docMk/>
          <pc:sldMk cId="3031687793" sldId="262"/>
        </pc:sldMkLst>
        <pc:spChg chg="del">
          <ac:chgData name="Anca Nicoleta Marginean" userId="S::anca.marginean@campus.utcluj.ro::473c7f46-1a0b-4cd5-ad40-d9e5d41646e8" providerId="AD" clId="Web-{38D1BF27-5EE6-84B6-F2C9-4DAB0F340032}" dt="2024-04-03T20:31:46.993" v="604"/>
          <ac:spMkLst>
            <pc:docMk/>
            <pc:sldMk cId="3031687793" sldId="262"/>
            <ac:spMk id="2" creationId="{73550592-6AF5-C82C-2110-A316160A182C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0:27:11.694" v="493"/>
          <ac:spMkLst>
            <pc:docMk/>
            <pc:sldMk cId="3031687793" sldId="262"/>
            <ac:spMk id="3" creationId="{AF58EAC8-9704-DA05-63B5-A92F2AF3595A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31:39.212" v="602" actId="1076"/>
          <ac:spMkLst>
            <pc:docMk/>
            <pc:sldMk cId="3031687793" sldId="262"/>
            <ac:spMk id="5" creationId="{64E6837D-3F43-EB6D-7C86-DB4169CE78AA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31:43.759" v="603" actId="1076"/>
          <ac:spMkLst>
            <pc:docMk/>
            <pc:sldMk cId="3031687793" sldId="262"/>
            <ac:spMk id="7" creationId="{26E1C4CD-AB54-55F4-8BFE-DFE3681510A2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31:23.837" v="599" actId="1076"/>
          <ac:spMkLst>
            <pc:docMk/>
            <pc:sldMk cId="3031687793" sldId="262"/>
            <ac:spMk id="8" creationId="{F0A95A70-EE5E-4CC0-F2DD-B9AAFB8DC11A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31:32.665" v="601" actId="1076"/>
          <ac:spMkLst>
            <pc:docMk/>
            <pc:sldMk cId="3031687793" sldId="262"/>
            <ac:spMk id="9" creationId="{FC0FE711-BFE1-0BAB-3453-DB72E08BCDF6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0:29:58.227" v="573" actId="1076"/>
          <ac:picMkLst>
            <pc:docMk/>
            <pc:sldMk cId="3031687793" sldId="262"/>
            <ac:picMk id="4" creationId="{6CCA0F91-FE89-6662-9D9A-DDA7F1FB0649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0:30:03.086" v="574" actId="1076"/>
          <ac:picMkLst>
            <pc:docMk/>
            <pc:sldMk cId="3031687793" sldId="262"/>
            <ac:picMk id="6" creationId="{13E041B8-D967-2176-C2B7-22C0B70C3FBB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0:46:07.911" v="699" actId="1076"/>
        <pc:sldMkLst>
          <pc:docMk/>
          <pc:sldMk cId="2509059923" sldId="263"/>
        </pc:sldMkLst>
        <pc:spChg chg="del">
          <ac:chgData name="Anca Nicoleta Marginean" userId="S::anca.marginean@campus.utcluj.ro::473c7f46-1a0b-4cd5-ad40-d9e5d41646e8" providerId="AD" clId="Web-{38D1BF27-5EE6-84B6-F2C9-4DAB0F340032}" dt="2024-04-03T20:33:19.009" v="606"/>
          <ac:spMkLst>
            <pc:docMk/>
            <pc:sldMk cId="2509059923" sldId="263"/>
            <ac:spMk id="3" creationId="{3922C398-D354-5CE0-F979-FB3300B781C4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0:46:07.911" v="699" actId="1076"/>
          <ac:spMkLst>
            <pc:docMk/>
            <pc:sldMk cId="2509059923" sldId="263"/>
            <ac:spMk id="5" creationId="{A0875802-0456-AAA8-7B2E-4BE4B719FA80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0:44:53.129" v="652" actId="1076"/>
          <ac:picMkLst>
            <pc:docMk/>
            <pc:sldMk cId="2509059923" sldId="263"/>
            <ac:picMk id="4" creationId="{2643DD3D-10DF-C7BD-DDBC-8F1538FF1BE2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1:22:45.630" v="796" actId="1076"/>
        <pc:sldMkLst>
          <pc:docMk/>
          <pc:sldMk cId="2089581886" sldId="264"/>
        </pc:sldMkLst>
        <pc:spChg chg="mod">
          <ac:chgData name="Anca Nicoleta Marginean" userId="S::anca.marginean@campus.utcluj.ro::473c7f46-1a0b-4cd5-ad40-d9e5d41646e8" providerId="AD" clId="Web-{38D1BF27-5EE6-84B6-F2C9-4DAB0F340032}" dt="2024-04-03T21:22:28.443" v="787" actId="14100"/>
          <ac:spMkLst>
            <pc:docMk/>
            <pc:sldMk cId="2089581886" sldId="264"/>
            <ac:spMk id="2" creationId="{45E22604-024E-7A33-485D-A5D64DCF1291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1:18:51.846" v="710"/>
          <ac:spMkLst>
            <pc:docMk/>
            <pc:sldMk cId="2089581886" sldId="264"/>
            <ac:spMk id="3" creationId="{A6AC2CED-EEE1-C50F-AC0E-32BD7E92B370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20:37.832" v="755" actId="1076"/>
          <ac:spMkLst>
            <pc:docMk/>
            <pc:sldMk cId="2089581886" sldId="264"/>
            <ac:spMk id="7" creationId="{D22791D4-C122-0913-460C-72ECB5756731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21:52.348" v="769" actId="20577"/>
          <ac:spMkLst>
            <pc:docMk/>
            <pc:sldMk cId="2089581886" sldId="264"/>
            <ac:spMk id="9" creationId="{3EF32F8D-4FE0-1E66-5594-DDE0A5864FBA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22:45.630" v="796" actId="1076"/>
          <ac:spMkLst>
            <pc:docMk/>
            <pc:sldMk cId="2089581886" sldId="264"/>
            <ac:spMk id="10" creationId="{6B4E077C-13B9-7CED-67F5-F142CAD1551C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1:19:12.549" v="715" actId="1076"/>
          <ac:picMkLst>
            <pc:docMk/>
            <pc:sldMk cId="2089581886" sldId="264"/>
            <ac:picMk id="4" creationId="{70FA7022-412B-E5A3-F9E6-4BC3C2C1B5B5}"/>
          </ac:picMkLst>
        </pc:picChg>
        <pc:picChg chg="add del mod">
          <ac:chgData name="Anca Nicoleta Marginean" userId="S::anca.marginean@campus.utcluj.ro::473c7f46-1a0b-4cd5-ad40-d9e5d41646e8" providerId="AD" clId="Web-{38D1BF27-5EE6-84B6-F2C9-4DAB0F340032}" dt="2024-04-03T21:19:59.331" v="719"/>
          <ac:picMkLst>
            <pc:docMk/>
            <pc:sldMk cId="2089581886" sldId="264"/>
            <ac:picMk id="5" creationId="{31789285-D223-2896-889B-BF958105BC72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20:10.706" v="723" actId="14100"/>
          <ac:picMkLst>
            <pc:docMk/>
            <pc:sldMk cId="2089581886" sldId="264"/>
            <ac:picMk id="6" creationId="{29F50B96-E810-FA10-425C-1E35FB5B9581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21:25.801" v="759" actId="1076"/>
          <ac:picMkLst>
            <pc:docMk/>
            <pc:sldMk cId="2089581886" sldId="264"/>
            <ac:picMk id="8" creationId="{2919A95E-D721-9595-C4E0-51B6CD38A916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1:35:08.922" v="829" actId="1076"/>
        <pc:sldMkLst>
          <pc:docMk/>
          <pc:sldMk cId="1104250091" sldId="265"/>
        </pc:sldMkLst>
        <pc:spChg chg="mod">
          <ac:chgData name="Anca Nicoleta Marginean" userId="S::anca.marginean@campus.utcluj.ro::473c7f46-1a0b-4cd5-ad40-d9e5d41646e8" providerId="AD" clId="Web-{38D1BF27-5EE6-84B6-F2C9-4DAB0F340032}" dt="2024-04-03T21:25:06.789" v="808" actId="20577"/>
          <ac:spMkLst>
            <pc:docMk/>
            <pc:sldMk cId="1104250091" sldId="265"/>
            <ac:spMk id="2" creationId="{CFBF345B-FC8F-3BF8-92FC-0DF71C5B2AC3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1:34:59.328" v="825" actId="20577"/>
          <ac:spMkLst>
            <pc:docMk/>
            <pc:sldMk cId="1104250091" sldId="265"/>
            <ac:spMk id="3" creationId="{BBEAE987-5DE9-CF04-77D0-B7CBC901EC69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1:35:08.922" v="829" actId="1076"/>
          <ac:picMkLst>
            <pc:docMk/>
            <pc:sldMk cId="1104250091" sldId="265"/>
            <ac:picMk id="4" creationId="{2E15C47C-451D-DE59-8A58-FBDB30F68A2B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1:44:10.337" v="1005" actId="20577"/>
        <pc:sldMkLst>
          <pc:docMk/>
          <pc:sldMk cId="1927786696" sldId="266"/>
        </pc:sldMkLst>
        <pc:spChg chg="mod">
          <ac:chgData name="Anca Nicoleta Marginean" userId="S::anca.marginean@campus.utcluj.ro::473c7f46-1a0b-4cd5-ad40-d9e5d41646e8" providerId="AD" clId="Web-{38D1BF27-5EE6-84B6-F2C9-4DAB0F340032}" dt="2024-04-03T21:42:13.663" v="950" actId="20577"/>
          <ac:spMkLst>
            <pc:docMk/>
            <pc:sldMk cId="1927786696" sldId="266"/>
            <ac:spMk id="2" creationId="{9854F088-4C2F-0045-DEE0-1A629D4ED101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1:35:39.016" v="835"/>
          <ac:spMkLst>
            <pc:docMk/>
            <pc:sldMk cId="1927786696" sldId="266"/>
            <ac:spMk id="3" creationId="{3453EA90-33F6-6144-89B7-D3939FC6C9E3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2:16.913" v="951" actId="1076"/>
          <ac:spMkLst>
            <pc:docMk/>
            <pc:sldMk cId="1927786696" sldId="266"/>
            <ac:spMk id="8" creationId="{1A2859EE-34EE-FCAC-970C-06A3A34E1259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4:03.243" v="1001" actId="20577"/>
          <ac:spMkLst>
            <pc:docMk/>
            <pc:sldMk cId="1927786696" sldId="266"/>
            <ac:spMk id="9" creationId="{70AAC1CD-55CC-1C8D-AE0C-112AB97338B4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4:07.649" v="1003" actId="20577"/>
          <ac:spMkLst>
            <pc:docMk/>
            <pc:sldMk cId="1927786696" sldId="266"/>
            <ac:spMk id="10" creationId="{7447A651-3896-D9B3-87C1-591A1D00E9DF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4:10.337" v="1005" actId="20577"/>
          <ac:spMkLst>
            <pc:docMk/>
            <pc:sldMk cId="1927786696" sldId="266"/>
            <ac:spMk id="12" creationId="{17F1095B-CE46-13EE-1E30-B08E346AF83B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1:42:21.788" v="952" actId="1076"/>
          <ac:picMkLst>
            <pc:docMk/>
            <pc:sldMk cId="1927786696" sldId="266"/>
            <ac:picMk id="4" creationId="{9648D88A-0DBD-55C3-4DAE-00780FF60EBD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36:31.142" v="842" actId="1076"/>
          <ac:picMkLst>
            <pc:docMk/>
            <pc:sldMk cId="1927786696" sldId="266"/>
            <ac:picMk id="5" creationId="{CE2EC273-C5BB-2F1E-8885-33DACCD62DFE}"/>
          </ac:picMkLst>
        </pc:picChg>
        <pc:picChg chg="add del mod">
          <ac:chgData name="Anca Nicoleta Marginean" userId="S::anca.marginean@campus.utcluj.ro::473c7f46-1a0b-4cd5-ad40-d9e5d41646e8" providerId="AD" clId="Web-{38D1BF27-5EE6-84B6-F2C9-4DAB0F340032}" dt="2024-04-03T21:36:51.220" v="845"/>
          <ac:picMkLst>
            <pc:docMk/>
            <pc:sldMk cId="1927786696" sldId="266"/>
            <ac:picMk id="6" creationId="{2E44F10D-C3A0-DA51-C0D0-3C1427635C61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37:22.408" v="849" actId="1076"/>
          <ac:picMkLst>
            <pc:docMk/>
            <pc:sldMk cId="1927786696" sldId="266"/>
            <ac:picMk id="7" creationId="{2F5D2618-71D8-2B3E-4925-FCC40761D6C4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43:34.336" v="978" actId="1076"/>
          <ac:picMkLst>
            <pc:docMk/>
            <pc:sldMk cId="1927786696" sldId="266"/>
            <ac:picMk id="11" creationId="{8EB406A3-97C7-5762-2472-6D49D4180540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1:47:16.949" v="1112"/>
        <pc:sldMkLst>
          <pc:docMk/>
          <pc:sldMk cId="2220588982" sldId="267"/>
        </pc:sldMkLst>
        <pc:spChg chg="mod">
          <ac:chgData name="Anca Nicoleta Marginean" userId="S::anca.marginean@campus.utcluj.ro::473c7f46-1a0b-4cd5-ad40-d9e5d41646e8" providerId="AD" clId="Web-{38D1BF27-5EE6-84B6-F2C9-4DAB0F340032}" dt="2024-04-03T21:43:02.148" v="973" actId="20577"/>
          <ac:spMkLst>
            <pc:docMk/>
            <pc:sldMk cId="2220588982" sldId="267"/>
            <ac:spMk id="2" creationId="{99F9257F-AE42-A8B8-A33D-B2124DC5C1DA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1:46:03.854" v="1087" actId="20577"/>
          <ac:spMkLst>
            <pc:docMk/>
            <pc:sldMk cId="2220588982" sldId="267"/>
            <ac:spMk id="3" creationId="{1C5AB375-EED8-F58F-F9DA-C6CBCD8B3EF0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6:15.963" v="1091"/>
          <ac:spMkLst>
            <pc:docMk/>
            <pc:sldMk cId="2220588982" sldId="267"/>
            <ac:spMk id="5" creationId="{8E39E9C8-57F9-CCA4-E872-58A63A04137E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1:47:16.949" v="1112"/>
          <ac:spMkLst>
            <pc:docMk/>
            <pc:sldMk cId="2220588982" sldId="267"/>
            <ac:spMk id="7" creationId="{934E3534-3628-8E4B-680A-9DBEA81EF0F6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1:45:05.931" v="1017" actId="1076"/>
          <ac:picMkLst>
            <pc:docMk/>
            <pc:sldMk cId="2220588982" sldId="267"/>
            <ac:picMk id="4" creationId="{0B458C14-26B7-82F2-DB36-6FDAFB56B747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1:46:57.042" v="1096" actId="1076"/>
          <ac:picMkLst>
            <pc:docMk/>
            <pc:sldMk cId="2220588982" sldId="267"/>
            <ac:picMk id="6" creationId="{54FA336B-FED6-BCE7-6329-5E432EEFDC29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1:49:05.075" v="1138" actId="1076"/>
        <pc:sldMkLst>
          <pc:docMk/>
          <pc:sldMk cId="871389470" sldId="268"/>
        </pc:sldMkLst>
        <pc:spChg chg="mod">
          <ac:chgData name="Anca Nicoleta Marginean" userId="S::anca.marginean@campus.utcluj.ro::473c7f46-1a0b-4cd5-ad40-d9e5d41646e8" providerId="AD" clId="Web-{38D1BF27-5EE6-84B6-F2C9-4DAB0F340032}" dt="2024-04-03T21:49:03.903" v="1137" actId="20577"/>
          <ac:spMkLst>
            <pc:docMk/>
            <pc:sldMk cId="871389470" sldId="268"/>
            <ac:spMk id="2" creationId="{F65C633D-BC52-0CB4-DADC-070A2D579C52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1:48:39.434" v="1114"/>
          <ac:spMkLst>
            <pc:docMk/>
            <pc:sldMk cId="871389470" sldId="268"/>
            <ac:spMk id="3" creationId="{FC047A2D-DA02-B738-E843-FFD74B23A495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1:49:05.075" v="1138" actId="1076"/>
          <ac:picMkLst>
            <pc:docMk/>
            <pc:sldMk cId="871389470" sldId="268"/>
            <ac:picMk id="4" creationId="{9D9B40E9-13F9-748A-37B4-A97F56B64617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03:56.232" v="1201" actId="1076"/>
        <pc:sldMkLst>
          <pc:docMk/>
          <pc:sldMk cId="3454850156" sldId="269"/>
        </pc:sldMkLst>
        <pc:spChg chg="mod">
          <ac:chgData name="Anca Nicoleta Marginean" userId="S::anca.marginean@campus.utcluj.ro::473c7f46-1a0b-4cd5-ad40-d9e5d41646e8" providerId="AD" clId="Web-{38D1BF27-5EE6-84B6-F2C9-4DAB0F340032}" dt="2024-04-03T22:00:52.554" v="1161" actId="20577"/>
          <ac:spMkLst>
            <pc:docMk/>
            <pc:sldMk cId="3454850156" sldId="269"/>
            <ac:spMk id="2" creationId="{4755A916-7A10-44E6-670C-18F48070617D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00:55.210" v="1162"/>
          <ac:spMkLst>
            <pc:docMk/>
            <pc:sldMk cId="3454850156" sldId="269"/>
            <ac:spMk id="3" creationId="{61FC8941-37FB-2673-B76F-EE35EACAC3F9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02:18.262" v="1171" actId="20577"/>
          <ac:spMkLst>
            <pc:docMk/>
            <pc:sldMk cId="3454850156" sldId="269"/>
            <ac:spMk id="7" creationId="{A9EC6002-595E-2DAA-7517-1E7ED6A5D678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03:56.232" v="1201" actId="1076"/>
          <ac:spMkLst>
            <pc:docMk/>
            <pc:sldMk cId="3454850156" sldId="269"/>
            <ac:spMk id="8" creationId="{4E854477-2E27-2012-42D7-09A4732A90E2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00:57.835" v="1163" actId="1076"/>
          <ac:picMkLst>
            <pc:docMk/>
            <pc:sldMk cId="3454850156" sldId="269"/>
            <ac:picMk id="4" creationId="{9F0FC03F-4A63-6BFB-CEC2-61A6276B4F88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01:29.418" v="1165" actId="1076"/>
          <ac:picMkLst>
            <pc:docMk/>
            <pc:sldMk cId="3454850156" sldId="269"/>
            <ac:picMk id="5" creationId="{0468F684-74B7-665C-16E4-00683E4946FD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02:11.356" v="1167" actId="1076"/>
          <ac:picMkLst>
            <pc:docMk/>
            <pc:sldMk cId="3454850156" sldId="269"/>
            <ac:picMk id="6" creationId="{BBC0F4D4-E2B2-A7C4-F5FD-75B56306BC4A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12:02.586" v="1307" actId="20577"/>
        <pc:sldMkLst>
          <pc:docMk/>
          <pc:sldMk cId="2682484113" sldId="270"/>
        </pc:sldMkLst>
        <pc:spChg chg="mod">
          <ac:chgData name="Anca Nicoleta Marginean" userId="S::anca.marginean@campus.utcluj.ro::473c7f46-1a0b-4cd5-ad40-d9e5d41646e8" providerId="AD" clId="Web-{38D1BF27-5EE6-84B6-F2C9-4DAB0F340032}" dt="2024-04-03T22:08:00.567" v="1253" actId="1076"/>
          <ac:spMkLst>
            <pc:docMk/>
            <pc:sldMk cId="2682484113" sldId="270"/>
            <ac:spMk id="2" creationId="{7DE8D9FF-222C-401B-BC68-454EC562FE03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04:27.014" v="1203"/>
          <ac:spMkLst>
            <pc:docMk/>
            <pc:sldMk cId="2682484113" sldId="270"/>
            <ac:spMk id="3" creationId="{4E32E513-19DF-A975-61A8-74F02238760E}"/>
          </ac:spMkLst>
        </pc:spChg>
        <pc:spChg chg="add mod ord">
          <ac:chgData name="Anca Nicoleta Marginean" userId="S::anca.marginean@campus.utcluj.ro::473c7f46-1a0b-4cd5-ad40-d9e5d41646e8" providerId="AD" clId="Web-{38D1BF27-5EE6-84B6-F2C9-4DAB0F340032}" dt="2024-04-03T22:09:33.396" v="1277" actId="1076"/>
          <ac:spMkLst>
            <pc:docMk/>
            <pc:sldMk cId="2682484113" sldId="270"/>
            <ac:spMk id="5" creationId="{CF42F9BB-EF46-C126-601D-5EB1AB5196FD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08:00.583" v="1256" actId="1076"/>
          <ac:spMkLst>
            <pc:docMk/>
            <pc:sldMk cId="2682484113" sldId="270"/>
            <ac:spMk id="6" creationId="{0A9EB79C-9556-90F4-8AE3-0938ED239C86}"/>
          </ac:spMkLst>
        </pc:spChg>
        <pc:spChg chg="add mod ord">
          <ac:chgData name="Anca Nicoleta Marginean" userId="S::anca.marginean@campus.utcluj.ro::473c7f46-1a0b-4cd5-ad40-d9e5d41646e8" providerId="AD" clId="Web-{38D1BF27-5EE6-84B6-F2C9-4DAB0F340032}" dt="2024-04-03T22:10:56.569" v="1293" actId="20577"/>
          <ac:spMkLst>
            <pc:docMk/>
            <pc:sldMk cId="2682484113" sldId="270"/>
            <ac:spMk id="8" creationId="{97BB41D6-919A-DEDF-1B9B-99D64F28C05F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12:02.586" v="1307" actId="20577"/>
          <ac:spMkLst>
            <pc:docMk/>
            <pc:sldMk cId="2682484113" sldId="270"/>
            <ac:spMk id="10" creationId="{0549E1D7-CB5A-693F-176B-07B3B626EDFD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08:00.583" v="1254" actId="1076"/>
          <ac:picMkLst>
            <pc:docMk/>
            <pc:sldMk cId="2682484113" sldId="270"/>
            <ac:picMk id="4" creationId="{64C5E8D5-521F-6408-4E23-8DCBCDFFEB93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08:29.614" v="1264" actId="1076"/>
          <ac:picMkLst>
            <pc:docMk/>
            <pc:sldMk cId="2682484113" sldId="270"/>
            <ac:picMk id="7" creationId="{5D6B907C-9A00-292A-96AE-9B58CB8428E3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09:38.959" v="1278" actId="1076"/>
          <ac:picMkLst>
            <pc:docMk/>
            <pc:sldMk cId="2682484113" sldId="270"/>
            <ac:picMk id="9" creationId="{AFEC48B5-21BC-CE25-4A07-314FE05B6DED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34:31.045" v="1485" actId="20577"/>
        <pc:sldMkLst>
          <pc:docMk/>
          <pc:sldMk cId="1498273494" sldId="271"/>
        </pc:sldMkLst>
        <pc:spChg chg="mod">
          <ac:chgData name="Anca Nicoleta Marginean" userId="S::anca.marginean@campus.utcluj.ro::473c7f46-1a0b-4cd5-ad40-d9e5d41646e8" providerId="AD" clId="Web-{38D1BF27-5EE6-84B6-F2C9-4DAB0F340032}" dt="2024-04-03T22:34:31.045" v="1485" actId="20577"/>
          <ac:spMkLst>
            <pc:docMk/>
            <pc:sldMk cId="1498273494" sldId="271"/>
            <ac:spMk id="2" creationId="{088D767A-B3BF-B13D-F5E5-397814EA60ED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33:07.700" v="1475"/>
          <ac:spMkLst>
            <pc:docMk/>
            <pc:sldMk cId="1498273494" sldId="271"/>
            <ac:spMk id="3" creationId="{D5E7FFE3-CBF1-3085-1CB5-6E16A8A8E7DA}"/>
          </ac:spMkLst>
        </pc:spChg>
        <pc:spChg chg="add del mod">
          <ac:chgData name="Anca Nicoleta Marginean" userId="S::anca.marginean@campus.utcluj.ro::473c7f46-1a0b-4cd5-ad40-d9e5d41646e8" providerId="AD" clId="Web-{38D1BF27-5EE6-84B6-F2C9-4DAB0F340032}" dt="2024-04-03T22:34:11.622" v="1479"/>
          <ac:spMkLst>
            <pc:docMk/>
            <pc:sldMk cId="1498273494" sldId="271"/>
            <ac:spMk id="6" creationId="{1FD86492-3A84-9EDC-2B9B-08734DD7401D}"/>
          </ac:spMkLst>
        </pc:spChg>
        <pc:picChg chg="add del mod ord">
          <ac:chgData name="Anca Nicoleta Marginean" userId="S::anca.marginean@campus.utcluj.ro::473c7f46-1a0b-4cd5-ad40-d9e5d41646e8" providerId="AD" clId="Web-{38D1BF27-5EE6-84B6-F2C9-4DAB0F340032}" dt="2024-04-03T22:34:07.107" v="1478"/>
          <ac:picMkLst>
            <pc:docMk/>
            <pc:sldMk cId="1498273494" sldId="271"/>
            <ac:picMk id="4" creationId="{41E079C6-17E5-54C3-744B-F82B6CB5C203}"/>
          </ac:picMkLst>
        </pc:picChg>
        <pc:picChg chg="add mod ord">
          <ac:chgData name="Anca Nicoleta Marginean" userId="S::anca.marginean@campus.utcluj.ro::473c7f46-1a0b-4cd5-ad40-d9e5d41646e8" providerId="AD" clId="Web-{38D1BF27-5EE6-84B6-F2C9-4DAB0F340032}" dt="2024-04-03T22:34:18.326" v="1482" actId="14100"/>
          <ac:picMkLst>
            <pc:docMk/>
            <pc:sldMk cId="1498273494" sldId="271"/>
            <ac:picMk id="7" creationId="{44F537F9-2932-3F85-1F1D-DCCB2905FAC3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2:32:32.965" v="1470" actId="1076"/>
        <pc:sldMkLst>
          <pc:docMk/>
          <pc:sldMk cId="729579288" sldId="272"/>
        </pc:sldMkLst>
        <pc:spChg chg="mod">
          <ac:chgData name="Anca Nicoleta Marginean" userId="S::anca.marginean@campus.utcluj.ro::473c7f46-1a0b-4cd5-ad40-d9e5d41646e8" providerId="AD" clId="Web-{38D1BF27-5EE6-84B6-F2C9-4DAB0F340032}" dt="2024-04-03T22:16:50.121" v="1320" actId="20577"/>
          <ac:spMkLst>
            <pc:docMk/>
            <pc:sldMk cId="729579288" sldId="272"/>
            <ac:spMk id="2" creationId="{EBD73EF0-8476-D37C-5AA6-D6E3B6DE300D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2:32:32.965" v="1470" actId="1076"/>
          <ac:spMkLst>
            <pc:docMk/>
            <pc:sldMk cId="729579288" sldId="272"/>
            <ac:spMk id="3" creationId="{B17CDCF1-BE21-3C4E-91B5-374B4C817BAF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20:23.359" v="1450" actId="20577"/>
          <ac:spMkLst>
            <pc:docMk/>
            <pc:sldMk cId="729579288" sldId="272"/>
            <ac:spMk id="6" creationId="{75552996-BCB6-8055-E13A-8B73D1E64159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20:28.468" v="1453" actId="20577"/>
          <ac:spMkLst>
            <pc:docMk/>
            <pc:sldMk cId="729579288" sldId="272"/>
            <ac:spMk id="7" creationId="{A9535794-359B-8688-4D6A-D950CD5BC017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2:19:32.046" v="1419" actId="1076"/>
          <ac:picMkLst>
            <pc:docMk/>
            <pc:sldMk cId="729579288" sldId="272"/>
            <ac:picMk id="4" creationId="{4004BB53-ED4D-80C2-7548-276DA05D9EB5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19:44.468" v="1423" actId="1076"/>
          <ac:picMkLst>
            <pc:docMk/>
            <pc:sldMk cId="729579288" sldId="272"/>
            <ac:picMk id="5" creationId="{D44826F9-B61A-B5E1-0B1A-0D93276C8C42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41:26.723" v="1606" actId="20577"/>
        <pc:sldMkLst>
          <pc:docMk/>
          <pc:sldMk cId="3014634259" sldId="273"/>
        </pc:sldMkLst>
        <pc:spChg chg="mod">
          <ac:chgData name="Anca Nicoleta Marginean" userId="S::anca.marginean@campus.utcluj.ro::473c7f46-1a0b-4cd5-ad40-d9e5d41646e8" providerId="AD" clId="Web-{38D1BF27-5EE6-84B6-F2C9-4DAB0F340032}" dt="2024-04-03T22:35:21.592" v="1492" actId="20577"/>
          <ac:spMkLst>
            <pc:docMk/>
            <pc:sldMk cId="3014634259" sldId="273"/>
            <ac:spMk id="2" creationId="{70D6154D-1017-CEC2-9D2F-EA274784554A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35:24.342" v="1493"/>
          <ac:spMkLst>
            <pc:docMk/>
            <pc:sldMk cId="3014634259" sldId="273"/>
            <ac:spMk id="3" creationId="{63A38964-8044-F119-2BFE-D7F92F017132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36:31.531" v="1509" actId="1076"/>
          <ac:spMkLst>
            <pc:docMk/>
            <pc:sldMk cId="3014634259" sldId="273"/>
            <ac:spMk id="6" creationId="{A6FE3A82-9CE5-E16F-60E3-D4D16173689A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41:26.723" v="1606" actId="20577"/>
          <ac:spMkLst>
            <pc:docMk/>
            <pc:sldMk cId="3014634259" sldId="273"/>
            <ac:spMk id="9" creationId="{C188CD97-F78E-D1CD-F8BF-F2406AE94F8A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35:29.155" v="1495" actId="1076"/>
          <ac:picMkLst>
            <pc:docMk/>
            <pc:sldMk cId="3014634259" sldId="273"/>
            <ac:picMk id="4" creationId="{5BBA9612-EC21-6ED8-FDC4-8D2BE3F19FBD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36:01.811" v="1499" actId="14100"/>
          <ac:picMkLst>
            <pc:docMk/>
            <pc:sldMk cId="3014634259" sldId="273"/>
            <ac:picMk id="5" creationId="{129F3CF0-5BDA-48E9-B84A-4204B47BA5C2}"/>
          </ac:picMkLst>
        </pc:picChg>
        <pc:picChg chg="add del mod">
          <ac:chgData name="Anca Nicoleta Marginean" userId="S::anca.marginean@campus.utcluj.ro::473c7f46-1a0b-4cd5-ad40-d9e5d41646e8" providerId="AD" clId="Web-{38D1BF27-5EE6-84B6-F2C9-4DAB0F340032}" dt="2024-04-03T22:37:17.641" v="1513"/>
          <ac:picMkLst>
            <pc:docMk/>
            <pc:sldMk cId="3014634259" sldId="273"/>
            <ac:picMk id="7" creationId="{D49E942C-DF09-B9CA-7C1F-608374D13784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37:28.703" v="1517" actId="1076"/>
          <ac:picMkLst>
            <pc:docMk/>
            <pc:sldMk cId="3014634259" sldId="273"/>
            <ac:picMk id="8" creationId="{6C7E7AC2-D6F7-FD2F-F10A-5A00AE6BE894}"/>
          </ac:picMkLst>
        </pc:picChg>
      </pc:sldChg>
      <pc:sldChg chg="addSp modSp new">
        <pc:chgData name="Anca Nicoleta Marginean" userId="S::anca.marginean@campus.utcluj.ro::473c7f46-1a0b-4cd5-ad40-d9e5d41646e8" providerId="AD" clId="Web-{38D1BF27-5EE6-84B6-F2C9-4DAB0F340032}" dt="2024-04-03T22:45:29.383" v="1846" actId="20577"/>
        <pc:sldMkLst>
          <pc:docMk/>
          <pc:sldMk cId="3489466841" sldId="274"/>
        </pc:sldMkLst>
        <pc:spChg chg="mod">
          <ac:chgData name="Anca Nicoleta Marginean" userId="S::anca.marginean@campus.utcluj.ro::473c7f46-1a0b-4cd5-ad40-d9e5d41646e8" providerId="AD" clId="Web-{38D1BF27-5EE6-84B6-F2C9-4DAB0F340032}" dt="2024-04-03T22:41:35.661" v="1625" actId="20577"/>
          <ac:spMkLst>
            <pc:docMk/>
            <pc:sldMk cId="3489466841" sldId="274"/>
            <ac:spMk id="2" creationId="{1AFEE4ED-FCBD-7AD0-2C4D-81B432742C81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2:43:46.053" v="1731" actId="20577"/>
          <ac:spMkLst>
            <pc:docMk/>
            <pc:sldMk cId="3489466841" sldId="274"/>
            <ac:spMk id="3" creationId="{00D8CC79-9B39-CA3D-5E1C-546DD5CCB00E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44:31.023" v="1800"/>
          <ac:spMkLst>
            <pc:docMk/>
            <pc:sldMk cId="3489466841" sldId="274"/>
            <ac:spMk id="5" creationId="{4EFCFB4E-B66F-A666-3403-3188F0A22225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45:29.383" v="1846" actId="20577"/>
          <ac:spMkLst>
            <pc:docMk/>
            <pc:sldMk cId="3489466841" sldId="274"/>
            <ac:spMk id="6" creationId="{A7AA7FDF-1ED8-D96D-C745-275C929FE4A3}"/>
          </ac:spMkLst>
        </pc:spChg>
        <pc:picChg chg="add mod">
          <ac:chgData name="Anca Nicoleta Marginean" userId="S::anca.marginean@campus.utcluj.ro::473c7f46-1a0b-4cd5-ad40-d9e5d41646e8" providerId="AD" clId="Web-{38D1BF27-5EE6-84B6-F2C9-4DAB0F340032}" dt="2024-04-03T22:43:51.585" v="1733" actId="1076"/>
          <ac:picMkLst>
            <pc:docMk/>
            <pc:sldMk cId="3489466841" sldId="274"/>
            <ac:picMk id="4" creationId="{CF85BE81-8E15-B046-5715-59EC1F1A1B95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52:38.329" v="2245"/>
        <pc:sldMkLst>
          <pc:docMk/>
          <pc:sldMk cId="653420410" sldId="275"/>
        </pc:sldMkLst>
        <pc:spChg chg="del">
          <ac:chgData name="Anca Nicoleta Marginean" userId="S::anca.marginean@campus.utcluj.ro::473c7f46-1a0b-4cd5-ad40-d9e5d41646e8" providerId="AD" clId="Web-{38D1BF27-5EE6-84B6-F2C9-4DAB0F340032}" dt="2024-04-03T22:45:53.774" v="1850"/>
          <ac:spMkLst>
            <pc:docMk/>
            <pc:sldMk cId="653420410" sldId="275"/>
            <ac:spMk id="2" creationId="{62C3F0F0-EE55-9241-402F-A5044FD7BFD3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45:49.336" v="1848"/>
          <ac:spMkLst>
            <pc:docMk/>
            <pc:sldMk cId="653420410" sldId="275"/>
            <ac:spMk id="3" creationId="{A9E8D87A-B4C4-36A8-42F3-0EFAEA1D4782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51:04.544" v="2217" actId="20577"/>
          <ac:spMkLst>
            <pc:docMk/>
            <pc:sldMk cId="653420410" sldId="275"/>
            <ac:spMk id="5" creationId="{E8EAFD11-DA13-02AA-32FF-668D31F10EC2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52:38.329" v="2245"/>
          <ac:spMkLst>
            <pc:docMk/>
            <pc:sldMk cId="653420410" sldId="275"/>
            <ac:spMk id="6" creationId="{868E517C-2FE8-0016-FBE8-B161B70A6364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45:56.571" v="1851" actId="1076"/>
          <ac:picMkLst>
            <pc:docMk/>
            <pc:sldMk cId="653420410" sldId="275"/>
            <ac:picMk id="4" creationId="{6D192A34-33DB-8E34-27C9-C09CD327CACE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3:00:56.513" v="2418" actId="1076"/>
        <pc:sldMkLst>
          <pc:docMk/>
          <pc:sldMk cId="358535511" sldId="276"/>
        </pc:sldMkLst>
        <pc:spChg chg="mod">
          <ac:chgData name="Anca Nicoleta Marginean" userId="S::anca.marginean@campus.utcluj.ro::473c7f46-1a0b-4cd5-ad40-d9e5d41646e8" providerId="AD" clId="Web-{38D1BF27-5EE6-84B6-F2C9-4DAB0F340032}" dt="2024-04-03T22:53:31.673" v="2259" actId="20577"/>
          <ac:spMkLst>
            <pc:docMk/>
            <pc:sldMk cId="358535511" sldId="276"/>
            <ac:spMk id="2" creationId="{27EC7F74-5583-5012-D319-D563F8A10A9C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53:34.220" v="2260"/>
          <ac:spMkLst>
            <pc:docMk/>
            <pc:sldMk cId="358535511" sldId="276"/>
            <ac:spMk id="3" creationId="{EA63B19A-7EB0-DCFA-CC59-2B64B1B166DD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2:54:56.393" v="2271" actId="20577"/>
          <ac:spMkLst>
            <pc:docMk/>
            <pc:sldMk cId="358535511" sldId="276"/>
            <ac:spMk id="6" creationId="{7282D545-F4A4-CA06-BF1C-C83366684301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3:00:56.513" v="2418" actId="1076"/>
          <ac:spMkLst>
            <pc:docMk/>
            <pc:sldMk cId="358535511" sldId="276"/>
            <ac:spMk id="7" creationId="{98E5B0C4-88A9-89F1-9C04-46D8F8688B9E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54:41.190" v="2264" actId="1076"/>
          <ac:picMkLst>
            <pc:docMk/>
            <pc:sldMk cId="358535511" sldId="276"/>
            <ac:picMk id="4" creationId="{39BA2F34-DD94-5307-438A-098133311645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2:54:49.034" v="2266" actId="14100"/>
          <ac:picMkLst>
            <pc:docMk/>
            <pc:sldMk cId="358535511" sldId="276"/>
            <ac:picMk id="5" creationId="{D73E479A-FBDD-7B51-DA7D-4EA730934933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2:55:50.884" v="2299" actId="1076"/>
        <pc:sldMkLst>
          <pc:docMk/>
          <pc:sldMk cId="534220383" sldId="277"/>
        </pc:sldMkLst>
        <pc:spChg chg="mod">
          <ac:chgData name="Anca Nicoleta Marginean" userId="S::anca.marginean@campus.utcluj.ro::473c7f46-1a0b-4cd5-ad40-d9e5d41646e8" providerId="AD" clId="Web-{38D1BF27-5EE6-84B6-F2C9-4DAB0F340032}" dt="2024-04-03T22:55:39.993" v="2295" actId="20577"/>
          <ac:spMkLst>
            <pc:docMk/>
            <pc:sldMk cId="534220383" sldId="277"/>
            <ac:spMk id="2" creationId="{60242145-0B79-9EB0-801A-470695F57317}"/>
          </ac:spMkLst>
        </pc:spChg>
        <pc:spChg chg="del">
          <ac:chgData name="Anca Nicoleta Marginean" userId="S::anca.marginean@campus.utcluj.ro::473c7f46-1a0b-4cd5-ad40-d9e5d41646e8" providerId="AD" clId="Web-{38D1BF27-5EE6-84B6-F2C9-4DAB0F340032}" dt="2024-04-03T22:55:42.962" v="2296"/>
          <ac:spMkLst>
            <pc:docMk/>
            <pc:sldMk cId="534220383" sldId="277"/>
            <ac:spMk id="3" creationId="{F5D0E515-7CD0-DA1A-1678-FB2CE78FEAD2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2:55:50.884" v="2299" actId="1076"/>
          <ac:picMkLst>
            <pc:docMk/>
            <pc:sldMk cId="534220383" sldId="277"/>
            <ac:picMk id="4" creationId="{38845C19-ADDA-F2DF-E9A5-BF2D3591BC1C}"/>
          </ac:picMkLst>
        </pc:picChg>
      </pc:sldChg>
      <pc:sldChg chg="new del">
        <pc:chgData name="Anca Nicoleta Marginean" userId="S::anca.marginean@campus.utcluj.ro::473c7f46-1a0b-4cd5-ad40-d9e5d41646e8" providerId="AD" clId="Web-{38D1BF27-5EE6-84B6-F2C9-4DAB0F340032}" dt="2024-04-03T23:02:54.187" v="2438"/>
        <pc:sldMkLst>
          <pc:docMk/>
          <pc:sldMk cId="817094608" sldId="278"/>
        </pc:sldMkLst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3:02:40.124" v="2437" actId="1076"/>
        <pc:sldMkLst>
          <pc:docMk/>
          <pc:sldMk cId="980399144" sldId="279"/>
        </pc:sldMkLst>
        <pc:spChg chg="del">
          <ac:chgData name="Anca Nicoleta Marginean" userId="S::anca.marginean@campus.utcluj.ro::473c7f46-1a0b-4cd5-ad40-d9e5d41646e8" providerId="AD" clId="Web-{38D1BF27-5EE6-84B6-F2C9-4DAB0F340032}" dt="2024-04-03T23:01:30.279" v="2431"/>
          <ac:spMkLst>
            <pc:docMk/>
            <pc:sldMk cId="980399144" sldId="279"/>
            <ac:spMk id="2" creationId="{1E8427E6-D47E-2832-A731-51BF65CCD640}"/>
          </ac:spMkLst>
        </pc:spChg>
        <pc:spChg chg="mod">
          <ac:chgData name="Anca Nicoleta Marginean" userId="S::anca.marginean@campus.utcluj.ro::473c7f46-1a0b-4cd5-ad40-d9e5d41646e8" providerId="AD" clId="Web-{38D1BF27-5EE6-84B6-F2C9-4DAB0F340032}" dt="2024-04-03T23:02:40.124" v="2437" actId="1076"/>
          <ac:spMkLst>
            <pc:docMk/>
            <pc:sldMk cId="980399144" sldId="279"/>
            <ac:spMk id="3" creationId="{90B5204E-E4AB-8BCB-D9CC-A45C06DD50C4}"/>
          </ac:spMkLst>
        </pc:spChg>
        <pc:picChg chg="add mod modCrop">
          <ac:chgData name="Anca Nicoleta Marginean" userId="S::anca.marginean@campus.utcluj.ro::473c7f46-1a0b-4cd5-ad40-d9e5d41646e8" providerId="AD" clId="Web-{38D1BF27-5EE6-84B6-F2C9-4DAB0F340032}" dt="2024-04-03T23:02:23.640" v="2434"/>
          <ac:picMkLst>
            <pc:docMk/>
            <pc:sldMk cId="980399144" sldId="279"/>
            <ac:picMk id="4" creationId="{7F21BFD6-9632-41D9-A08B-0EE907D5BF9F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3T23:06:47.112" v="2464" actId="20577"/>
        <pc:sldMkLst>
          <pc:docMk/>
          <pc:sldMk cId="2484278292" sldId="280"/>
        </pc:sldMkLst>
        <pc:spChg chg="del">
          <ac:chgData name="Anca Nicoleta Marginean" userId="S::anca.marginean@campus.utcluj.ro::473c7f46-1a0b-4cd5-ad40-d9e5d41646e8" providerId="AD" clId="Web-{38D1BF27-5EE6-84B6-F2C9-4DAB0F340032}" dt="2024-04-03T23:04:35.438" v="2440"/>
          <ac:spMkLst>
            <pc:docMk/>
            <pc:sldMk cId="2484278292" sldId="280"/>
            <ac:spMk id="3" creationId="{14BB78A8-867B-160F-281E-C96BD1EC0BE0}"/>
          </ac:spMkLst>
        </pc:spChg>
        <pc:spChg chg="add del mod">
          <ac:chgData name="Anca Nicoleta Marginean" userId="S::anca.marginean@campus.utcluj.ro::473c7f46-1a0b-4cd5-ad40-d9e5d41646e8" providerId="AD" clId="Web-{38D1BF27-5EE6-84B6-F2C9-4DAB0F340032}" dt="2024-04-03T23:05:46.002" v="2449"/>
          <ac:spMkLst>
            <pc:docMk/>
            <pc:sldMk cId="2484278292" sldId="280"/>
            <ac:spMk id="7" creationId="{DB49B94C-557C-59E0-9776-E7855AA5264D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3:06:41.565" v="2462" actId="1076"/>
          <ac:spMkLst>
            <pc:docMk/>
            <pc:sldMk cId="2484278292" sldId="280"/>
            <ac:spMk id="8" creationId="{707C265F-F017-065F-4186-9CE8D4DA9651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3:06:43.831" v="2463" actId="20577"/>
          <ac:spMkLst>
            <pc:docMk/>
            <pc:sldMk cId="2484278292" sldId="280"/>
            <ac:spMk id="9" creationId="{9E151425-77DF-CF76-9842-61C00110CF75}"/>
          </ac:spMkLst>
        </pc:spChg>
        <pc:spChg chg="add mod">
          <ac:chgData name="Anca Nicoleta Marginean" userId="S::anca.marginean@campus.utcluj.ro::473c7f46-1a0b-4cd5-ad40-d9e5d41646e8" providerId="AD" clId="Web-{38D1BF27-5EE6-84B6-F2C9-4DAB0F340032}" dt="2024-04-03T23:06:47.112" v="2464" actId="20577"/>
          <ac:spMkLst>
            <pc:docMk/>
            <pc:sldMk cId="2484278292" sldId="280"/>
            <ac:spMk id="10" creationId="{F5D8938B-DC32-2AD5-CE11-0B9DE4BCD628}"/>
          </ac:spMkLst>
        </pc:spChg>
        <pc:picChg chg="add mod ord">
          <ac:chgData name="Anca Nicoleta Marginean" userId="S::anca.marginean@campus.utcluj.ro::473c7f46-1a0b-4cd5-ad40-d9e5d41646e8" providerId="AD" clId="Web-{38D1BF27-5EE6-84B6-F2C9-4DAB0F340032}" dt="2024-04-03T23:05:52.830" v="2450" actId="1076"/>
          <ac:picMkLst>
            <pc:docMk/>
            <pc:sldMk cId="2484278292" sldId="280"/>
            <ac:picMk id="4" creationId="{A8D167B9-47F6-8BA4-7E38-FF4EC24BF721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3:05:01.892" v="2443" actId="1076"/>
          <ac:picMkLst>
            <pc:docMk/>
            <pc:sldMk cId="2484278292" sldId="280"/>
            <ac:picMk id="5" creationId="{EBD10E98-51E4-12A0-4EC5-851DA1369EA0}"/>
          </ac:picMkLst>
        </pc:picChg>
        <pc:picChg chg="add mod">
          <ac:chgData name="Anca Nicoleta Marginean" userId="S::anca.marginean@campus.utcluj.ro::473c7f46-1a0b-4cd5-ad40-d9e5d41646e8" providerId="AD" clId="Web-{38D1BF27-5EE6-84B6-F2C9-4DAB0F340032}" dt="2024-04-03T23:05:38.970" v="2445" actId="1076"/>
          <ac:picMkLst>
            <pc:docMk/>
            <pc:sldMk cId="2484278292" sldId="280"/>
            <ac:picMk id="6" creationId="{0F1C50F3-D1E9-2A96-781D-10FB659A5B43}"/>
          </ac:picMkLst>
        </pc:picChg>
      </pc:sldChg>
      <pc:sldChg chg="addSp delSp modSp new">
        <pc:chgData name="Anca Nicoleta Marginean" userId="S::anca.marginean@campus.utcluj.ro::473c7f46-1a0b-4cd5-ad40-d9e5d41646e8" providerId="AD" clId="Web-{38D1BF27-5EE6-84B6-F2C9-4DAB0F340032}" dt="2024-04-04T00:07:10.990" v="2483" actId="1076"/>
        <pc:sldMkLst>
          <pc:docMk/>
          <pc:sldMk cId="3319140175" sldId="281"/>
        </pc:sldMkLst>
        <pc:spChg chg="del">
          <ac:chgData name="Anca Nicoleta Marginean" userId="S::anca.marginean@campus.utcluj.ro::473c7f46-1a0b-4cd5-ad40-d9e5d41646e8" providerId="AD" clId="Web-{38D1BF27-5EE6-84B6-F2C9-4DAB0F340032}" dt="2024-04-04T00:05:52.270" v="2476"/>
          <ac:spMkLst>
            <pc:docMk/>
            <pc:sldMk cId="3319140175" sldId="281"/>
            <ac:spMk id="3" creationId="{1D91E6DF-600C-2B09-BD53-02A85B73F494}"/>
          </ac:spMkLst>
        </pc:spChg>
        <pc:spChg chg="add del mod">
          <ac:chgData name="Anca Nicoleta Marginean" userId="S::anca.marginean@campus.utcluj.ro::473c7f46-1a0b-4cd5-ad40-d9e5d41646e8" providerId="AD" clId="Web-{38D1BF27-5EE6-84B6-F2C9-4DAB0F340032}" dt="2024-04-04T00:07:07.381" v="2481"/>
          <ac:spMkLst>
            <pc:docMk/>
            <pc:sldMk cId="3319140175" sldId="281"/>
            <ac:spMk id="6" creationId="{596A1BB7-4DDC-4474-01FB-BC9032A6EBFE}"/>
          </ac:spMkLst>
        </pc:spChg>
        <pc:picChg chg="add del mod ord">
          <ac:chgData name="Anca Nicoleta Marginean" userId="S::anca.marginean@campus.utcluj.ro::473c7f46-1a0b-4cd5-ad40-d9e5d41646e8" providerId="AD" clId="Web-{38D1BF27-5EE6-84B6-F2C9-4DAB0F340032}" dt="2024-04-04T00:06:59.334" v="2480"/>
          <ac:picMkLst>
            <pc:docMk/>
            <pc:sldMk cId="3319140175" sldId="281"/>
            <ac:picMk id="4" creationId="{8DAF0A45-1345-B07A-5E4B-F362B556326F}"/>
          </ac:picMkLst>
        </pc:picChg>
        <pc:picChg chg="add mod ord">
          <ac:chgData name="Anca Nicoleta Marginean" userId="S::anca.marginean@campus.utcluj.ro::473c7f46-1a0b-4cd5-ad40-d9e5d41646e8" providerId="AD" clId="Web-{38D1BF27-5EE6-84B6-F2C9-4DAB0F340032}" dt="2024-04-04T00:07:10.990" v="2483" actId="1076"/>
          <ac:picMkLst>
            <pc:docMk/>
            <pc:sldMk cId="3319140175" sldId="281"/>
            <ac:picMk id="7" creationId="{AA6CB750-FEF9-0539-CC8F-64D1BA7D449F}"/>
          </ac:picMkLst>
        </pc:picChg>
      </pc:sldChg>
      <pc:sldMasterChg chg="add del addSldLayout delSldLayout">
        <pc:chgData name="Anca Nicoleta Marginean" userId="S::anca.marginean@campus.utcluj.ro::473c7f46-1a0b-4cd5-ad40-d9e5d41646e8" providerId="AD" clId="Web-{38D1BF27-5EE6-84B6-F2C9-4DAB0F340032}" dt="2024-04-03T19:35:14.166" v="27"/>
        <pc:sldMasterMkLst>
          <pc:docMk/>
          <pc:sldMasterMk cId="2460954070" sldId="2147483660"/>
        </pc:sldMasterMkLst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Anca Nicoleta Marginean" userId="S::anca.marginean@campus.utcluj.ro::473c7f46-1a0b-4cd5-ad40-d9e5d41646e8" providerId="AD" clId="Web-{38D1BF27-5EE6-84B6-F2C9-4DAB0F340032}" dt="2024-04-03T19:35:14.166" v="27"/>
        <pc:sldMasterMkLst>
          <pc:docMk/>
          <pc:sldMasterMk cId="365656219" sldId="2147483698"/>
        </pc:sldMasterMkLst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696786612" sldId="2147483687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2251592147" sldId="2147483688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2837640188" sldId="2147483689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119864604" sldId="2147483690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988228915" sldId="2147483691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3823432490" sldId="2147483692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587336323" sldId="2147483693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4025812552" sldId="2147483694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1757089100" sldId="2147483695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3496037101" sldId="2147483696"/>
          </pc:sldLayoutMkLst>
        </pc:sldLayoutChg>
        <pc:sldLayoutChg chg="add del">
          <pc:chgData name="Anca Nicoleta Marginean" userId="S::anca.marginean@campus.utcluj.ro::473c7f46-1a0b-4cd5-ad40-d9e5d41646e8" providerId="AD" clId="Web-{38D1BF27-5EE6-84B6-F2C9-4DAB0F340032}" dt="2024-04-03T19:35:14.166" v="27"/>
          <pc:sldLayoutMkLst>
            <pc:docMk/>
            <pc:sldMasterMk cId="365656219" sldId="2147483698"/>
            <pc:sldLayoutMk cId="4209258645" sldId="214748369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derivative-of-log-loss-function-for-logistic-regression-9b832f025c2d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265" y="151456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Curs 5 – Logistic regression.</a:t>
            </a:r>
            <a:br>
              <a:rPr lang="en-US" dirty="0"/>
            </a:br>
            <a:r>
              <a:rPr lang="en-US" dirty="0"/>
              <a:t>ROC curve. 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05AE0E8-8A62-FDC3-0938-B171279D8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71" y="3294528"/>
            <a:ext cx="5490883" cy="313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8046-7AF4-11EA-8FAD-9CC0AD9A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binara</a:t>
            </a:r>
          </a:p>
        </p:txBody>
      </p:sp>
      <p:pic>
        <p:nvPicPr>
          <p:cNvPr id="4" name="Content Placeholder 3" descr="A graph with yellow and purple dots&#10;&#10;Description automatically generated">
            <a:extLst>
              <a:ext uri="{FF2B5EF4-FFF2-40B4-BE49-F238E27FC236}">
                <a16:creationId xmlns:a16="http://schemas.microsoft.com/office/drawing/2014/main" id="{C4B5B241-CF02-7A4B-CCFF-E901785E3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963224"/>
            <a:ext cx="3962400" cy="4143375"/>
          </a:xfrm>
        </p:spPr>
      </p:pic>
      <p:pic>
        <p:nvPicPr>
          <p:cNvPr id="5" name="Picture 4" descr="A graph with blue line and yellow dots&#10;&#10;Description automatically generated">
            <a:extLst>
              <a:ext uri="{FF2B5EF4-FFF2-40B4-BE49-F238E27FC236}">
                <a16:creationId xmlns:a16="http://schemas.microsoft.com/office/drawing/2014/main" id="{FA5413BB-202B-393F-3145-B39A6A8CA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447" y="416019"/>
            <a:ext cx="3065930" cy="3045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F9A83A-7DC2-F77C-3D6C-384D132ED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447" y="3430401"/>
            <a:ext cx="3065930" cy="3202081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76B457FD-DEC0-F998-A921-46D9D29C4805}"/>
              </a:ext>
            </a:extLst>
          </p:cNvPr>
          <p:cNvSpPr/>
          <p:nvPr/>
        </p:nvSpPr>
        <p:spPr>
          <a:xfrm>
            <a:off x="10319733" y="5045626"/>
            <a:ext cx="515470" cy="13447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1DD5-79AB-03E2-AD99-4F20F76E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3E186-BA1E-F37F-E254-B2322CDD4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390"/>
            <a:ext cx="10862982" cy="47659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Estimeaza</a:t>
            </a:r>
            <a:r>
              <a:rPr lang="en-US" dirty="0"/>
              <a:t> </a:t>
            </a:r>
            <a:r>
              <a:rPr lang="en-US" dirty="0" err="1"/>
              <a:t>probabilitatea</a:t>
            </a:r>
            <a:r>
              <a:rPr lang="en-US" dirty="0"/>
              <a:t> de </a:t>
            </a:r>
            <a:r>
              <a:rPr lang="en-US" dirty="0" err="1"/>
              <a:t>apartenenta</a:t>
            </a:r>
            <a:r>
              <a:rPr lang="en-US" dirty="0"/>
              <a:t> la o </a:t>
            </a:r>
            <a:r>
              <a:rPr lang="en-US" dirty="0" err="1"/>
              <a:t>clasa</a:t>
            </a:r>
          </a:p>
          <a:p>
            <a:r>
              <a:rPr lang="en-US" dirty="0"/>
              <a:t>Suma </a:t>
            </a:r>
            <a:r>
              <a:rPr lang="en-US" dirty="0" err="1"/>
              <a:t>ponderata</a:t>
            </a:r>
            <a:r>
              <a:rPr lang="en-US" dirty="0"/>
              <a:t> a </a:t>
            </a:r>
            <a:r>
              <a:rPr lang="en-US" dirty="0" err="1"/>
              <a:t>atributelor</a:t>
            </a:r>
            <a:r>
              <a:rPr lang="en-US" dirty="0"/>
              <a:t> </a:t>
            </a:r>
            <a:r>
              <a:rPr lang="en-US" dirty="0" err="1"/>
              <a:t>peste</a:t>
            </a:r>
            <a:r>
              <a:rPr lang="en-US" dirty="0"/>
              <a:t> care se </a:t>
            </a:r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logistic (sigmoid)</a:t>
            </a:r>
          </a:p>
          <a:p>
            <a:r>
              <a:rPr lang="en-US" dirty="0" err="1"/>
              <a:t>Functia</a:t>
            </a:r>
            <a:r>
              <a:rPr lang="en-US" dirty="0"/>
              <a:t> logistic (S-shape function): are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0 </a:t>
            </a:r>
            <a:r>
              <a:rPr lang="en-US" dirty="0" err="1"/>
              <a:t>si</a:t>
            </a:r>
            <a:r>
              <a:rPr lang="en-US" dirty="0"/>
              <a:t> 1</a:t>
            </a:r>
          </a:p>
          <a:p>
            <a:endParaRPr lang="en-US" dirty="0"/>
          </a:p>
        </p:txBody>
      </p:sp>
      <p:pic>
        <p:nvPicPr>
          <p:cNvPr id="4" name="Picture 3" descr="A black symbol with a white background&#10;&#10;Description automatically generated">
            <a:extLst>
              <a:ext uri="{FF2B5EF4-FFF2-40B4-BE49-F238E27FC236}">
                <a16:creationId xmlns:a16="http://schemas.microsoft.com/office/drawing/2014/main" id="{C3F5DD6B-9403-5A6D-10F9-65293B75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42" y="4566116"/>
            <a:ext cx="3171264" cy="852207"/>
          </a:xfrm>
          <a:prstGeom prst="rect">
            <a:avLst/>
          </a:prstGeom>
        </p:spPr>
      </p:pic>
      <p:pic>
        <p:nvPicPr>
          <p:cNvPr id="5" name="Picture 4" descr="A graph of function with a blue line&#10;&#10;Description automatically generated">
            <a:extLst>
              <a:ext uri="{FF2B5EF4-FFF2-40B4-BE49-F238E27FC236}">
                <a16:creationId xmlns:a16="http://schemas.microsoft.com/office/drawing/2014/main" id="{D6E85915-FC79-2AB8-3742-F460CB822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940" y="3841376"/>
            <a:ext cx="6309472" cy="317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7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F76D-71B0-5506-EC2E-7802B712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group of black letters&#10;&#10;Description automatically generated">
            <a:extLst>
              <a:ext uri="{FF2B5EF4-FFF2-40B4-BE49-F238E27FC236}">
                <a16:creationId xmlns:a16="http://schemas.microsoft.com/office/drawing/2014/main" id="{38FF9089-573F-1B9C-6A3E-0B7B78F05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795" y="3667919"/>
            <a:ext cx="2868145" cy="108136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5F9FC-1A6C-1D17-3D42-DDCE6B7B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77" y="2158253"/>
            <a:ext cx="3634627" cy="849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3E0EB5-ACE5-2E40-45FD-24A00F717E96}"/>
              </a:ext>
            </a:extLst>
          </p:cNvPr>
          <p:cNvSpPr txBox="1"/>
          <p:nvPr/>
        </p:nvSpPr>
        <p:spPr>
          <a:xfrm>
            <a:off x="4612165" y="2395780"/>
            <a:ext cx="329463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Logistic regression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D8E9B-31FB-6689-FFBE-E73800F80933}"/>
              </a:ext>
            </a:extLst>
          </p:cNvPr>
          <p:cNvSpPr txBox="1"/>
          <p:nvPr/>
        </p:nvSpPr>
        <p:spPr>
          <a:xfrm>
            <a:off x="4594415" y="3890922"/>
            <a:ext cx="3312976" cy="6463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Predictia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outputului</a:t>
            </a:r>
            <a:r>
              <a:rPr lang="en-US" dirty="0"/>
              <a:t> </a:t>
            </a:r>
            <a:r>
              <a:rPr lang="en-US" dirty="0" err="1"/>
              <a:t>modelului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7644D-8F4D-5EDB-102F-649C45B82CE1}"/>
              </a:ext>
            </a:extLst>
          </p:cNvPr>
          <p:cNvSpPr txBox="1"/>
          <p:nvPr/>
        </p:nvSpPr>
        <p:spPr>
          <a:xfrm>
            <a:off x="1010216" y="5483548"/>
            <a:ext cx="99632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combinatiei</a:t>
            </a:r>
            <a:r>
              <a:rPr lang="en-US" dirty="0"/>
              <a:t> </a:t>
            </a:r>
            <a:r>
              <a:rPr lang="en-US" dirty="0" err="1"/>
              <a:t>liniare</a:t>
            </a:r>
            <a:r>
              <a:rPr lang="en-US" dirty="0"/>
              <a:t> (pe care se </a:t>
            </a:r>
            <a:r>
              <a:rPr lang="en-US" dirty="0" err="1"/>
              <a:t>aplica</a:t>
            </a:r>
            <a:r>
              <a:rPr lang="en-US" dirty="0"/>
              <a:t> 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logistica</a:t>
            </a:r>
            <a:r>
              <a:rPr lang="en-US" dirty="0"/>
              <a:t>) se </a:t>
            </a:r>
            <a:r>
              <a:rPr lang="en-US" dirty="0" err="1"/>
              <a:t>numeste</a:t>
            </a:r>
            <a:r>
              <a:rPr lang="en-US" dirty="0"/>
              <a:t>  </a:t>
            </a:r>
            <a:r>
              <a:rPr lang="en-US" i="1" dirty="0"/>
              <a:t>logit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35E19-8389-5472-E8F1-943DB93F042C}"/>
              </a:ext>
            </a:extLst>
          </p:cNvPr>
          <p:cNvSpPr txBox="1"/>
          <p:nvPr/>
        </p:nvSpPr>
        <p:spPr>
          <a:xfrm>
            <a:off x="1056130" y="5949435"/>
            <a:ext cx="7253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Logit(p) = log(p/(1-p)) e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inversa</a:t>
            </a:r>
            <a:r>
              <a:rPr lang="en-US" dirty="0"/>
              <a:t> 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logistica</a:t>
            </a:r>
          </a:p>
        </p:txBody>
      </p:sp>
    </p:spTree>
    <p:extLst>
      <p:ext uri="{BB962C8B-B14F-4D97-AF65-F5344CB8AC3E}">
        <p14:creationId xmlns:p14="http://schemas.microsoft.com/office/powerpoint/2010/main" val="174251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67AE-6812-F56B-F985-5A7F4595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invata</a:t>
            </a:r>
            <a:r>
              <a:rPr lang="en-US" dirty="0"/>
              <a:t> un </a:t>
            </a:r>
            <a:r>
              <a:rPr lang="en-US" dirty="0" err="1"/>
              <a:t>astfel</a:t>
            </a:r>
            <a:r>
              <a:rPr lang="en-US" dirty="0"/>
              <a:t> de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A804-20DE-06F5-83B7-92B7CD65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Obiectiv</a:t>
            </a:r>
            <a:r>
              <a:rPr lang="en-US" dirty="0"/>
              <a:t>: </a:t>
            </a:r>
            <a:r>
              <a:rPr lang="en-US" dirty="0" err="1"/>
              <a:t>gasirea</a:t>
            </a:r>
            <a:r>
              <a:rPr lang="en-US" dirty="0"/>
              <a:t> </a:t>
            </a:r>
            <a:r>
              <a:rPr lang="en-US" dirty="0" err="1"/>
              <a:t>acelor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theta pt care </a:t>
            </a:r>
            <a:r>
              <a:rPr lang="en-US" dirty="0" err="1"/>
              <a:t>modelul</a:t>
            </a:r>
            <a:r>
              <a:rPr lang="en-US" dirty="0"/>
              <a:t> 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 </a:t>
            </a:r>
            <a:r>
              <a:rPr lang="en-US" dirty="0" err="1"/>
              <a:t>estimeaza</a:t>
            </a:r>
            <a:r>
              <a:rPr lang="en-US" dirty="0"/>
              <a:t> </a:t>
            </a:r>
            <a:r>
              <a:rPr lang="en-US" dirty="0" err="1"/>
              <a:t>probabilitati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pt </a:t>
            </a:r>
            <a:r>
              <a:rPr lang="en-US" dirty="0" err="1"/>
              <a:t>clasa</a:t>
            </a:r>
            <a:r>
              <a:rPr lang="en-US" dirty="0"/>
              <a:t> 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 </a:t>
            </a:r>
            <a:r>
              <a:rPr lang="en-US" dirty="0" err="1"/>
              <a:t>estimeaza</a:t>
            </a:r>
            <a:r>
              <a:rPr lang="en-US" dirty="0"/>
              <a:t> </a:t>
            </a:r>
            <a:r>
              <a:rPr lang="en-US" dirty="0" err="1"/>
              <a:t>probabilitati</a:t>
            </a:r>
            <a:r>
              <a:rPr lang="en-US" dirty="0"/>
              <a:t> 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Obs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nu </a:t>
            </a:r>
            <a:r>
              <a:rPr lang="en-US" dirty="0" err="1">
                <a:solidFill>
                  <a:srgbClr val="FF0000"/>
                </a:solidFill>
              </a:rPr>
              <a:t>doar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peste</a:t>
            </a:r>
            <a:r>
              <a:rPr lang="en-US" dirty="0">
                <a:solidFill>
                  <a:srgbClr val="FF0000"/>
                </a:solidFill>
              </a:rPr>
              <a:t> 0.5 </a:t>
            </a:r>
            <a:r>
              <a:rPr lang="en-US" dirty="0" err="1">
                <a:solidFill>
                  <a:srgbClr val="FF0000"/>
                </a:solidFill>
              </a:rPr>
              <a:t>sau</a:t>
            </a:r>
            <a:r>
              <a:rPr lang="en-US" dirty="0">
                <a:solidFill>
                  <a:srgbClr val="FF0000"/>
                </a:solidFill>
              </a:rPr>
              <a:t> sub 0.5, ci cat </a:t>
            </a:r>
            <a:r>
              <a:rPr lang="en-US" dirty="0" err="1">
                <a:solidFill>
                  <a:srgbClr val="FF0000"/>
                </a:solidFill>
              </a:rPr>
              <a:t>mai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aproape</a:t>
            </a:r>
            <a:r>
              <a:rPr lang="en-US" dirty="0">
                <a:solidFill>
                  <a:srgbClr val="FF0000"/>
                </a:solidFill>
              </a:rPr>
              <a:t> de 1 </a:t>
            </a:r>
            <a:r>
              <a:rPr lang="en-US" dirty="0" err="1">
                <a:solidFill>
                  <a:srgbClr val="FF0000"/>
                </a:solidFill>
              </a:rPr>
              <a:t>sau</a:t>
            </a:r>
            <a:r>
              <a:rPr lang="en-US" dirty="0">
                <a:solidFill>
                  <a:srgbClr val="FF0000"/>
                </a:solidFill>
              </a:rPr>
              <a:t> de 0</a:t>
            </a:r>
          </a:p>
          <a:p>
            <a:r>
              <a:rPr lang="en-US" dirty="0" err="1">
                <a:solidFill>
                  <a:srgbClr val="FF0000"/>
                </a:solidFill>
              </a:rPr>
              <a:t>Modalitate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reducere</a:t>
            </a:r>
            <a:r>
              <a:rPr lang="en-US" dirty="0">
                <a:solidFill>
                  <a:srgbClr val="FF0000"/>
                </a:solidFill>
              </a:rPr>
              <a:t> loss</a:t>
            </a:r>
          </a:p>
        </p:txBody>
      </p:sp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D5C5B5E3-CE1D-24F2-BCF2-61456591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8" y="4003301"/>
            <a:ext cx="4001060" cy="1025338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A1DAC82-C5C6-C197-FC47-9CE377643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8" y="5638800"/>
            <a:ext cx="7485529" cy="858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D28B8D-6DCB-D372-953D-44476647D5E3}"/>
              </a:ext>
            </a:extLst>
          </p:cNvPr>
          <p:cNvSpPr txBox="1"/>
          <p:nvPr/>
        </p:nvSpPr>
        <p:spPr>
          <a:xfrm>
            <a:off x="5369307" y="4226901"/>
            <a:ext cx="2018250" cy="6463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Cost function pt un </a:t>
            </a:r>
            <a:r>
              <a:rPr lang="en-US" dirty="0" err="1"/>
              <a:t>singur</a:t>
            </a:r>
            <a:r>
              <a:rPr lang="en-US" dirty="0"/>
              <a:t> </a:t>
            </a:r>
            <a:r>
              <a:rPr lang="en-US" dirty="0" err="1"/>
              <a:t>exemplu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7E6AB-259D-BDA6-95F8-904C865877EC}"/>
              </a:ext>
            </a:extLst>
          </p:cNvPr>
          <p:cNvSpPr txBox="1"/>
          <p:nvPr/>
        </p:nvSpPr>
        <p:spPr>
          <a:xfrm>
            <a:off x="8700233" y="5884580"/>
            <a:ext cx="2976203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Cost function (log loss)</a:t>
            </a:r>
          </a:p>
        </p:txBody>
      </p:sp>
    </p:spTree>
    <p:extLst>
      <p:ext uri="{BB962C8B-B14F-4D97-AF65-F5344CB8AC3E}">
        <p14:creationId xmlns:p14="http://schemas.microsoft.com/office/powerpoint/2010/main" val="333354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ue line graph on a white background&#10;&#10;Description automatically generated">
            <a:extLst>
              <a:ext uri="{FF2B5EF4-FFF2-40B4-BE49-F238E27FC236}">
                <a16:creationId xmlns:a16="http://schemas.microsoft.com/office/drawing/2014/main" id="{6CCA0F91-FE89-6662-9D9A-DDA7F1FB0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825" y="1193939"/>
            <a:ext cx="5086350" cy="39338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E6837D-3F43-EB6D-7C86-DB4169CE78AA}"/>
              </a:ext>
            </a:extLst>
          </p:cNvPr>
          <p:cNvSpPr txBox="1"/>
          <p:nvPr/>
        </p:nvSpPr>
        <p:spPr>
          <a:xfrm>
            <a:off x="1970747" y="846395"/>
            <a:ext cx="33320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-log(x)</a:t>
            </a:r>
          </a:p>
        </p:txBody>
      </p:sp>
      <p:pic>
        <p:nvPicPr>
          <p:cNvPr id="6" name="Picture 5" descr="A blue line on a white background&#10;&#10;Description automatically generated">
            <a:extLst>
              <a:ext uri="{FF2B5EF4-FFF2-40B4-BE49-F238E27FC236}">
                <a16:creationId xmlns:a16="http://schemas.microsoft.com/office/drawing/2014/main" id="{13E041B8-D967-2176-C2B7-22C0B70C3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48" y="1181941"/>
            <a:ext cx="5086350" cy="3933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E1C4CD-AB54-55F4-8BFE-DFE3681510A2}"/>
              </a:ext>
            </a:extLst>
          </p:cNvPr>
          <p:cNvSpPr txBox="1"/>
          <p:nvPr/>
        </p:nvSpPr>
        <p:spPr>
          <a:xfrm>
            <a:off x="8905607" y="848177"/>
            <a:ext cx="11056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-log(1-x)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95A70-EE5E-4CC0-F2DD-B9AAFB8DC11A}"/>
              </a:ext>
            </a:extLst>
          </p:cNvPr>
          <p:cNvSpPr txBox="1"/>
          <p:nvPr/>
        </p:nvSpPr>
        <p:spPr>
          <a:xfrm>
            <a:off x="19537" y="5196459"/>
            <a:ext cx="5576366" cy="1477328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Daca </a:t>
            </a:r>
            <a:r>
              <a:rPr lang="en-US" dirty="0" err="1"/>
              <a:t>exemplul</a:t>
            </a:r>
            <a:r>
              <a:rPr lang="en-US" dirty="0"/>
              <a:t> e din </a:t>
            </a:r>
            <a:r>
              <a:rPr lang="en-US" b="1" dirty="0" err="1"/>
              <a:t>clasa</a:t>
            </a:r>
            <a:r>
              <a:rPr lang="en-US" b="1" dirty="0"/>
              <a:t> 1</a:t>
            </a:r>
            <a:r>
              <a:rPr lang="en-US" dirty="0"/>
              <a:t>,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il </a:t>
            </a:r>
            <a:r>
              <a:rPr lang="en-US" err="1"/>
              <a:t>penalizam</a:t>
            </a:r>
            <a:r>
              <a:rPr lang="en-US" dirty="0"/>
              <a:t> </a:t>
            </a:r>
            <a:r>
              <a:rPr lang="en-US" err="1"/>
              <a:t>putin</a:t>
            </a:r>
            <a:r>
              <a:rPr lang="en-US" dirty="0"/>
              <a:t> </a:t>
            </a:r>
            <a:r>
              <a:rPr lang="en-US" err="1"/>
              <a:t>daca</a:t>
            </a:r>
            <a:r>
              <a:rPr lang="en-US" dirty="0"/>
              <a:t> </a:t>
            </a:r>
            <a:r>
              <a:rPr lang="en-US" err="1"/>
              <a:t>modelul</a:t>
            </a:r>
            <a:r>
              <a:rPr lang="en-US" dirty="0"/>
              <a:t> </a:t>
            </a:r>
            <a:r>
              <a:rPr lang="en-US" err="1"/>
              <a:t>prezice</a:t>
            </a:r>
            <a:r>
              <a:rPr lang="en-US" dirty="0"/>
              <a:t> </a:t>
            </a:r>
            <a:r>
              <a:rPr lang="en-US" err="1"/>
              <a:t>aproape</a:t>
            </a:r>
            <a:r>
              <a:rPr lang="en-US" dirty="0"/>
              <a:t> de 1, </a:t>
            </a:r>
            <a:r>
              <a:rPr lang="en-US" err="1"/>
              <a:t>dar</a:t>
            </a:r>
            <a:r>
              <a:rPr lang="en-US" dirty="0"/>
              <a:t>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penalizam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tare cu cat </a:t>
            </a:r>
            <a:r>
              <a:rPr lang="en-US" dirty="0" err="1"/>
              <a:t>probabilitatea</a:t>
            </a:r>
            <a:r>
              <a:rPr lang="en-US" dirty="0"/>
              <a:t> </a:t>
            </a:r>
            <a:r>
              <a:rPr lang="en-US" dirty="0" err="1"/>
              <a:t>prezisa</a:t>
            </a:r>
            <a:r>
              <a:rPr lang="en-US" dirty="0"/>
              <a:t> 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departe</a:t>
            </a:r>
            <a:r>
              <a:rPr lang="en-US" dirty="0"/>
              <a:t> de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FE711-BFE1-0BAB-3453-DB72E08BCDF6}"/>
              </a:ext>
            </a:extLst>
          </p:cNvPr>
          <p:cNvSpPr txBox="1"/>
          <p:nvPr/>
        </p:nvSpPr>
        <p:spPr>
          <a:xfrm>
            <a:off x="6642213" y="5129223"/>
            <a:ext cx="5341042" cy="1477328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Daca </a:t>
            </a:r>
            <a:r>
              <a:rPr lang="en-US" dirty="0" err="1"/>
              <a:t>exemplul</a:t>
            </a:r>
            <a:r>
              <a:rPr lang="en-US" dirty="0"/>
              <a:t> e </a:t>
            </a:r>
            <a:r>
              <a:rPr lang="en-US" b="1" dirty="0"/>
              <a:t>din </a:t>
            </a:r>
            <a:r>
              <a:rPr lang="en-US" b="1" dirty="0" err="1"/>
              <a:t>clasa</a:t>
            </a:r>
            <a:r>
              <a:rPr lang="en-US" b="1" dirty="0"/>
              <a:t> 0</a:t>
            </a:r>
            <a:r>
              <a:rPr lang="en-US" dirty="0"/>
              <a:t>,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il </a:t>
            </a:r>
            <a:r>
              <a:rPr lang="en-US" dirty="0" err="1"/>
              <a:t>penalizam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prezice</a:t>
            </a:r>
            <a:r>
              <a:rPr lang="en-US" dirty="0"/>
              <a:t> </a:t>
            </a:r>
            <a:r>
              <a:rPr lang="en-US" dirty="0" err="1"/>
              <a:t>aproape</a:t>
            </a:r>
            <a:r>
              <a:rPr lang="en-US" dirty="0"/>
              <a:t> de 0, </a:t>
            </a:r>
            <a:r>
              <a:rPr lang="en-US" dirty="0" err="1"/>
              <a:t>dar</a:t>
            </a:r>
            <a:r>
              <a:rPr lang="en-US" dirty="0"/>
              <a:t>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penalizam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tare cu cat </a:t>
            </a:r>
            <a:r>
              <a:rPr lang="en-US" dirty="0" err="1"/>
              <a:t>probabilitatea</a:t>
            </a:r>
            <a:r>
              <a:rPr lang="en-US" dirty="0"/>
              <a:t> </a:t>
            </a:r>
            <a:r>
              <a:rPr lang="en-US" dirty="0" err="1"/>
              <a:t>prezisa</a:t>
            </a:r>
            <a:r>
              <a:rPr lang="en-US" dirty="0"/>
              <a:t> 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departe</a:t>
            </a:r>
            <a:r>
              <a:rPr lang="en-US" dirty="0"/>
              <a:t> de 1</a:t>
            </a:r>
          </a:p>
        </p:txBody>
      </p:sp>
    </p:spTree>
    <p:extLst>
      <p:ext uri="{BB962C8B-B14F-4D97-AF65-F5344CB8AC3E}">
        <p14:creationId xmlns:p14="http://schemas.microsoft.com/office/powerpoint/2010/main" val="303168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DA66-0235-2BCE-F5C9-9908EFBD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Calcul</a:t>
            </a:r>
            <a:r>
              <a:rPr lang="en-US" dirty="0"/>
              <a:t> derivate </a:t>
            </a:r>
            <a:r>
              <a:rPr lang="en-US" dirty="0" err="1"/>
              <a:t>partiale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Gradient Descent</a:t>
            </a:r>
          </a:p>
        </p:txBody>
      </p:sp>
      <p:pic>
        <p:nvPicPr>
          <p:cNvPr id="4" name="Content Placeholder 3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092C9A7A-4E44-6692-84E7-20C5C9296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058" y="1704369"/>
            <a:ext cx="5435413" cy="129932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C6A0F9-16C1-44D0-C593-8EB24009247E}"/>
              </a:ext>
            </a:extLst>
          </p:cNvPr>
          <p:cNvSpPr txBox="1"/>
          <p:nvPr/>
        </p:nvSpPr>
        <p:spPr>
          <a:xfrm>
            <a:off x="6949635" y="2094410"/>
            <a:ext cx="3712819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Derivatele</a:t>
            </a:r>
            <a:r>
              <a:rPr lang="en-US" dirty="0"/>
              <a:t> </a:t>
            </a:r>
            <a:r>
              <a:rPr lang="en-US" err="1"/>
              <a:t>partiale</a:t>
            </a:r>
            <a:r>
              <a:rPr lang="en-US" dirty="0"/>
              <a:t> </a:t>
            </a:r>
            <a:r>
              <a:rPr lang="en-US" err="1"/>
              <a:t>pentru</a:t>
            </a:r>
            <a:r>
              <a:rPr lang="en-US" dirty="0"/>
              <a:t> REGRESIA LINIARA </a:t>
            </a:r>
            <a:r>
              <a:rPr lang="en-US" b="1" dirty="0"/>
              <a:t>(curs anterior)</a:t>
            </a: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9BFA3E5-B868-D100-4638-0DDD42F10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16" y="3817284"/>
            <a:ext cx="7171204" cy="904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3CE99-852D-E2FA-0839-172DC11F9273}"/>
              </a:ext>
            </a:extLst>
          </p:cNvPr>
          <p:cNvSpPr txBox="1"/>
          <p:nvPr/>
        </p:nvSpPr>
        <p:spPr>
          <a:xfrm>
            <a:off x="8720364" y="3846099"/>
            <a:ext cx="2303851" cy="92333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Din </a:t>
            </a:r>
            <a:r>
              <a:rPr lang="en-US" err="1"/>
              <a:t>nou</a:t>
            </a:r>
            <a:r>
              <a:rPr lang="en-US" dirty="0"/>
              <a:t> </a:t>
            </a:r>
            <a:r>
              <a:rPr lang="en-US" err="1"/>
              <a:t>functia</a:t>
            </a:r>
            <a:r>
              <a:rPr lang="en-US" dirty="0"/>
              <a:t> de loss </a:t>
            </a:r>
            <a:r>
              <a:rPr lang="en-US" err="1"/>
              <a:t>pentru</a:t>
            </a:r>
            <a:r>
              <a:rPr lang="en-US" dirty="0"/>
              <a:t> </a:t>
            </a:r>
            <a:r>
              <a:rPr lang="en-US" b="1" dirty="0"/>
              <a:t>Logistic regression</a:t>
            </a:r>
          </a:p>
        </p:txBody>
      </p:sp>
      <p:pic>
        <p:nvPicPr>
          <p:cNvPr id="8" name="Picture 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7C2205A7-AE8B-616B-555A-84DAF6795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58" y="5125850"/>
            <a:ext cx="6331883" cy="1346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4A9BD4-2EE0-3974-9236-E863039EBC97}"/>
              </a:ext>
            </a:extLst>
          </p:cNvPr>
          <p:cNvSpPr txBox="1"/>
          <p:nvPr/>
        </p:nvSpPr>
        <p:spPr>
          <a:xfrm>
            <a:off x="7173752" y="5478586"/>
            <a:ext cx="3712819" cy="6463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Derivatele</a:t>
            </a:r>
            <a:r>
              <a:rPr lang="en-US" dirty="0"/>
              <a:t> </a:t>
            </a:r>
            <a:r>
              <a:rPr lang="en-US" err="1"/>
              <a:t>partiale</a:t>
            </a:r>
            <a:r>
              <a:rPr lang="en-US" dirty="0"/>
              <a:t> </a:t>
            </a:r>
            <a:r>
              <a:rPr lang="en-US" err="1"/>
              <a:t>pentru</a:t>
            </a:r>
            <a:r>
              <a:rPr lang="en-US" dirty="0"/>
              <a:t> </a:t>
            </a:r>
            <a:r>
              <a:rPr lang="en-US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17344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D2A6-0DA6-D26D-93C6-CE4ADDCF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43DD3D-10DF-C7BD-DDBC-8F1538FF1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275" y="2350294"/>
            <a:ext cx="2990850" cy="1600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75802-0456-AAA8-7B2E-4BE4B719FA80}"/>
              </a:ext>
            </a:extLst>
          </p:cNvPr>
          <p:cNvSpPr txBox="1"/>
          <p:nvPr/>
        </p:nvSpPr>
        <p:spPr>
          <a:xfrm>
            <a:off x="5230374" y="2966982"/>
            <a:ext cx="357953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curiosi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ajunge</a:t>
            </a:r>
            <a:r>
              <a:rPr lang="en-US" dirty="0"/>
              <a:t> la formula </a:t>
            </a:r>
            <a:r>
              <a:rPr lang="en-US" dirty="0" err="1"/>
              <a:t>derivatelor</a:t>
            </a:r>
            <a:r>
              <a:rPr lang="en-US" dirty="0"/>
              <a:t> </a:t>
            </a:r>
            <a:r>
              <a:rPr lang="en-US" dirty="0" err="1"/>
              <a:t>partile</a:t>
            </a:r>
            <a:r>
              <a:rPr lang="en-US" dirty="0"/>
              <a:t> data : </a:t>
            </a:r>
            <a:r>
              <a:rPr lang="en-US" dirty="0" err="1"/>
              <a:t>consultati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link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59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3EF0-8476-D37C-5AA6-D6E3B6DE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CDCF1-BE21-3C4E-91B5-374B4C81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8836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Logistic regression: se </a:t>
            </a:r>
            <a:r>
              <a:rPr lang="en-US" dirty="0" err="1"/>
              <a:t>foloseste</a:t>
            </a:r>
            <a:r>
              <a:rPr lang="en-US" dirty="0"/>
              <a:t> L2 :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patratelor</a:t>
            </a:r>
            <a:r>
              <a:rPr lang="en-US" dirty="0"/>
              <a:t> </a:t>
            </a:r>
            <a:r>
              <a:rPr lang="en-US" dirty="0" err="1"/>
              <a:t>parametrilor</a:t>
            </a:r>
            <a:r>
              <a:rPr lang="en-US" dirty="0"/>
              <a:t> theta</a:t>
            </a:r>
          </a:p>
          <a:p>
            <a:r>
              <a:rPr lang="en-US" dirty="0"/>
              <a:t>De </a:t>
            </a:r>
            <a:r>
              <a:rPr lang="en-US" dirty="0" err="1"/>
              <a:t>ce</a:t>
            </a:r>
            <a:r>
              <a:rPr lang="en-US" dirty="0"/>
              <a:t>?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evita</a:t>
            </a:r>
            <a:r>
              <a:rPr lang="en-US" dirty="0"/>
              <a:t> </a:t>
            </a:r>
            <a:r>
              <a:rPr lang="en-US" dirty="0" err="1"/>
              <a:t>cresterea</a:t>
            </a:r>
            <a:r>
              <a:rPr lang="en-US" dirty="0"/>
              <a:t>/</a:t>
            </a:r>
            <a:r>
              <a:rPr lang="en-US" dirty="0" err="1"/>
              <a:t>scaderea</a:t>
            </a:r>
            <a:r>
              <a:rPr lang="en-US" dirty="0"/>
              <a:t> </a:t>
            </a:r>
            <a:r>
              <a:rPr lang="en-US" dirty="0" err="1"/>
              <a:t>parametrilor</a:t>
            </a:r>
            <a:r>
              <a:rPr lang="en-US" dirty="0"/>
              <a:t> theta </a:t>
            </a:r>
            <a:r>
              <a:rPr lang="en-US" dirty="0" err="1"/>
              <a:t>catre</a:t>
            </a:r>
            <a:r>
              <a:rPr lang="en-US" dirty="0"/>
              <a:t> +-</a:t>
            </a:r>
            <a:r>
              <a:rPr lang="en-US" dirty="0" err="1"/>
              <a:t>infinit</a:t>
            </a:r>
            <a:r>
              <a:rPr lang="en-US" dirty="0"/>
              <a:t> in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reducerii</a:t>
            </a:r>
            <a:r>
              <a:rPr lang="en-US" dirty="0"/>
              <a:t> </a:t>
            </a:r>
            <a:r>
              <a:rPr lang="en-US" dirty="0" err="1"/>
              <a:t>lossului</a:t>
            </a:r>
            <a:endParaRPr lang="en-US" dirty="0"/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004BB53-ED4D-80C2-7548-276DA05D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634" y="1846169"/>
            <a:ext cx="6643967" cy="644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4826F9-B61A-B5E1-0B1A-0D93276C8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40" y="1966072"/>
            <a:ext cx="3631266" cy="628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52996-BCB6-8055-E13A-8B73D1E64159}"/>
              </a:ext>
            </a:extLst>
          </p:cNvPr>
          <p:cNvSpPr txBox="1"/>
          <p:nvPr/>
        </p:nvSpPr>
        <p:spPr>
          <a:xfrm>
            <a:off x="1048250" y="2601013"/>
            <a:ext cx="1799369" cy="369332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Fara </a:t>
            </a:r>
            <a:r>
              <a:rPr lang="en-US" dirty="0" err="1"/>
              <a:t>egularizare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35794-359B-8688-4D6A-D950CD5BC017}"/>
              </a:ext>
            </a:extLst>
          </p:cNvPr>
          <p:cNvSpPr txBox="1"/>
          <p:nvPr/>
        </p:nvSpPr>
        <p:spPr>
          <a:xfrm>
            <a:off x="6998573" y="2601012"/>
            <a:ext cx="2471721" cy="369332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Cu </a:t>
            </a:r>
            <a:r>
              <a:rPr lang="en-US" dirty="0" err="1"/>
              <a:t>regularizare</a:t>
            </a:r>
          </a:p>
        </p:txBody>
      </p:sp>
    </p:spTree>
    <p:extLst>
      <p:ext uri="{BB962C8B-B14F-4D97-AF65-F5344CB8AC3E}">
        <p14:creationId xmlns:p14="http://schemas.microsoft.com/office/powerpoint/2010/main" val="72957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604-024E-7A33-485D-A5D64DCF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3" y="6537"/>
            <a:ext cx="5347997" cy="1351145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Exemplu</a:t>
            </a:r>
            <a:r>
              <a:rPr lang="en-US" sz="3200" dirty="0"/>
              <a:t> iris</a:t>
            </a:r>
            <a:br>
              <a:rPr lang="en-US" sz="3200" dirty="0"/>
            </a:br>
            <a:r>
              <a:rPr lang="en-US" sz="3200" dirty="0" err="1"/>
              <a:t>Clasificare</a:t>
            </a:r>
            <a:r>
              <a:rPr lang="en-US" sz="3200" dirty="0"/>
              <a:t> </a:t>
            </a:r>
            <a:r>
              <a:rPr lang="en-US" sz="3200" dirty="0" err="1"/>
              <a:t>binara</a:t>
            </a:r>
            <a:r>
              <a:rPr lang="en-US" sz="3200" dirty="0"/>
              <a:t>: Iris Virginica (2) </a:t>
            </a:r>
          </a:p>
        </p:txBody>
      </p:sp>
      <p:pic>
        <p:nvPicPr>
          <p:cNvPr id="4" name="Content Placeholder 3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70FA7022-412B-E5A3-F9E6-4BC3C2C1B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985" y="1952034"/>
            <a:ext cx="4209350" cy="3207124"/>
          </a:xfrm>
        </p:spPr>
      </p:pic>
      <p:pic>
        <p:nvPicPr>
          <p:cNvPr id="6" name="Picture 5" descr="A graph of a number of dots&#10;&#10;Description automatically generated">
            <a:extLst>
              <a:ext uri="{FF2B5EF4-FFF2-40B4-BE49-F238E27FC236}">
                <a16:creationId xmlns:a16="http://schemas.microsoft.com/office/drawing/2014/main" id="{29F50B96-E810-FA10-425C-1E35FB5B9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280" y="363071"/>
            <a:ext cx="4257676" cy="3207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2791D4-C122-0913-460C-72ECB5756731}"/>
              </a:ext>
            </a:extLst>
          </p:cNvPr>
          <p:cNvSpPr txBox="1"/>
          <p:nvPr/>
        </p:nvSpPr>
        <p:spPr>
          <a:xfrm>
            <a:off x="5367186" y="752087"/>
            <a:ext cx="186836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Logistic regression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Petal Width</a:t>
            </a:r>
          </a:p>
        </p:txBody>
      </p:sp>
      <p:pic>
        <p:nvPicPr>
          <p:cNvPr id="8" name="Picture 7" descr="A graph of a number of dots&#10;&#10;Description automatically generated">
            <a:extLst>
              <a:ext uri="{FF2B5EF4-FFF2-40B4-BE49-F238E27FC236}">
                <a16:creationId xmlns:a16="http://schemas.microsoft.com/office/drawing/2014/main" id="{2919A95E-D721-9595-C4E0-51B6CD38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280" y="3422277"/>
            <a:ext cx="4492999" cy="34536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F32F8D-4FE0-1E66-5594-DDE0A5864FBA}"/>
              </a:ext>
            </a:extLst>
          </p:cNvPr>
          <p:cNvSpPr txBox="1"/>
          <p:nvPr/>
        </p:nvSpPr>
        <p:spPr>
          <a:xfrm>
            <a:off x="5367186" y="4550881"/>
            <a:ext cx="186836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Logistic regression </a:t>
            </a:r>
            <a:r>
              <a:rPr lang="en-US" dirty="0" err="1"/>
              <a:t>folosind</a:t>
            </a:r>
            <a:r>
              <a:rPr lang="en-US" dirty="0"/>
              <a:t> Petal Width </a:t>
            </a:r>
            <a:r>
              <a:rPr lang="en-US" dirty="0" err="1"/>
              <a:t>si</a:t>
            </a:r>
            <a:r>
              <a:rPr lang="en-US" dirty="0"/>
              <a:t> Petal Length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E077C-13B9-7CED-67F5-F142CAD1551C}"/>
              </a:ext>
            </a:extLst>
          </p:cNvPr>
          <p:cNvSpPr txBox="1"/>
          <p:nvPr/>
        </p:nvSpPr>
        <p:spPr>
          <a:xfrm>
            <a:off x="501247" y="6027470"/>
            <a:ext cx="22200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Vezi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08958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345B-FC8F-3BF8-92FC-0DF71C5B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facem</a:t>
            </a:r>
            <a:r>
              <a:rPr lang="en-US" dirty="0"/>
              <a:t> cu 3 </a:t>
            </a:r>
            <a:r>
              <a:rPr lang="en-US" dirty="0" err="1"/>
              <a:t>clase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E987-5DE9-CF04-77D0-B7CBC901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Softmax</a:t>
            </a:r>
          </a:p>
          <a:p>
            <a:r>
              <a:rPr lang="en-US" b="1" err="1"/>
              <a:t>Fiecare</a:t>
            </a:r>
            <a:r>
              <a:rPr lang="en-US" b="1" dirty="0"/>
              <a:t> </a:t>
            </a:r>
            <a:r>
              <a:rPr lang="en-US" b="1" err="1"/>
              <a:t>clasa</a:t>
            </a:r>
            <a:r>
              <a:rPr lang="en-US" b="1" dirty="0"/>
              <a:t> are </a:t>
            </a:r>
            <a:r>
              <a:rPr lang="en-US" b="1" err="1"/>
              <a:t>proprii</a:t>
            </a:r>
            <a:r>
              <a:rPr lang="en-US" b="1" dirty="0"/>
              <a:t> </a:t>
            </a:r>
            <a:r>
              <a:rPr lang="en-US" b="1" err="1"/>
              <a:t>parametrii</a:t>
            </a:r>
            <a:r>
              <a:rPr lang="en-US" b="1"/>
              <a:t> theta</a:t>
            </a:r>
            <a:endParaRPr lang="en-US" b="1" dirty="0"/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E15C47C-451D-DE59-8A58-FBDB30F68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02" y="2812957"/>
            <a:ext cx="7579658" cy="367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50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F088-4C2F-0045-DEE0-1A629D4E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15336" cy="1347974"/>
          </a:xfrm>
        </p:spPr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48D88A-0DBD-55C3-4DAE-00780FF60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413" y="2527440"/>
            <a:ext cx="3158938" cy="1154766"/>
          </a:xfr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E2EC273-C5BB-2F1E-8885-33DACCD6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078" y="1214997"/>
            <a:ext cx="3885079" cy="1122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D2618-71D8-2B3E-4925-FCC40761D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156" y="2906806"/>
            <a:ext cx="5013511" cy="153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2859EE-34EE-FCAC-970C-06A3A34E1259}"/>
              </a:ext>
            </a:extLst>
          </p:cNvPr>
          <p:cNvSpPr txBox="1"/>
          <p:nvPr/>
        </p:nvSpPr>
        <p:spPr>
          <a:xfrm>
            <a:off x="840950" y="4327212"/>
            <a:ext cx="317832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Functia</a:t>
            </a:r>
            <a:r>
              <a:rPr lang="en-US" dirty="0"/>
              <a:t> </a:t>
            </a:r>
            <a:r>
              <a:rPr lang="en-US" err="1"/>
              <a:t>softmax</a:t>
            </a:r>
            <a:r>
              <a:rPr lang="en-US" dirty="0"/>
              <a:t>: </a:t>
            </a:r>
            <a:r>
              <a:rPr lang="en-US" err="1"/>
              <a:t>daca</a:t>
            </a:r>
            <a:r>
              <a:rPr lang="en-US" dirty="0"/>
              <a:t> se da un vector Z, se </a:t>
            </a:r>
            <a:r>
              <a:rPr lang="en-US" err="1"/>
              <a:t>transforma</a:t>
            </a:r>
            <a:r>
              <a:rPr lang="en-US" dirty="0"/>
              <a:t> </a:t>
            </a:r>
            <a:r>
              <a:rPr lang="en-US" err="1"/>
              <a:t>intr</a:t>
            </a:r>
            <a:r>
              <a:rPr lang="en-US" dirty="0"/>
              <a:t>-un vector cu </a:t>
            </a:r>
            <a:r>
              <a:rPr lang="en-US" err="1"/>
              <a:t>elemente</a:t>
            </a:r>
            <a:r>
              <a:rPr lang="en-US" dirty="0"/>
              <a:t> a </a:t>
            </a:r>
            <a:r>
              <a:rPr lang="en-US" err="1"/>
              <a:t>caror</a:t>
            </a:r>
            <a:r>
              <a:rPr lang="en-US" dirty="0"/>
              <a:t> </a:t>
            </a:r>
            <a:r>
              <a:rPr lang="en-US" err="1"/>
              <a:t>suma</a:t>
            </a:r>
            <a:r>
              <a:rPr lang="en-US"/>
              <a:t> e 1. 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AAC1CD-55CC-1C8D-AE0C-112AB97338B4}"/>
              </a:ext>
            </a:extLst>
          </p:cNvPr>
          <p:cNvSpPr txBox="1"/>
          <p:nvPr/>
        </p:nvSpPr>
        <p:spPr>
          <a:xfrm>
            <a:off x="9630232" y="1031326"/>
            <a:ext cx="1479854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dirty="0"/>
              <a:t>logits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7A651-3896-D9B3-87C1-591A1D00E9DF}"/>
              </a:ext>
            </a:extLst>
          </p:cNvPr>
          <p:cNvSpPr txBox="1"/>
          <p:nvPr/>
        </p:nvSpPr>
        <p:spPr>
          <a:xfrm>
            <a:off x="9630402" y="2780322"/>
            <a:ext cx="2471397" cy="6463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Probabilitate</a:t>
            </a:r>
            <a:r>
              <a:rPr lang="en-US" dirty="0"/>
              <a:t> de </a:t>
            </a:r>
            <a:r>
              <a:rPr lang="en-US" dirty="0" err="1"/>
              <a:t>apartenenta</a:t>
            </a:r>
            <a:r>
              <a:rPr lang="en-US" dirty="0"/>
              <a:t> la </a:t>
            </a:r>
            <a:r>
              <a:rPr lang="en-US" dirty="0" err="1"/>
              <a:t>clasak</a:t>
            </a:r>
            <a:endParaRPr lang="en-US" dirty="0"/>
          </a:p>
        </p:txBody>
      </p:sp>
      <p:pic>
        <p:nvPicPr>
          <p:cNvPr id="11" name="Picture 1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EB406A3-97C7-5762-2472-6D49D4180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646" y="5503210"/>
            <a:ext cx="7441266" cy="9502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F1095B-CE46-13EE-1E30-B08E346AF83B}"/>
              </a:ext>
            </a:extLst>
          </p:cNvPr>
          <p:cNvSpPr txBox="1"/>
          <p:nvPr/>
        </p:nvSpPr>
        <p:spPr>
          <a:xfrm>
            <a:off x="5700804" y="5033722"/>
            <a:ext cx="6051838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 Clasa cu </a:t>
            </a:r>
            <a:r>
              <a:rPr lang="en-US" dirty="0" err="1"/>
              <a:t>probabilitate</a:t>
            </a:r>
            <a:r>
              <a:rPr lang="en-US" dirty="0"/>
              <a:t> maxima = </a:t>
            </a:r>
            <a:r>
              <a:rPr lang="en-US" dirty="0" err="1"/>
              <a:t>clasa</a:t>
            </a:r>
            <a:r>
              <a:rPr lang="en-US" dirty="0"/>
              <a:t> cu logit maxim</a:t>
            </a:r>
          </a:p>
        </p:txBody>
      </p:sp>
    </p:spTree>
    <p:extLst>
      <p:ext uri="{BB962C8B-B14F-4D97-AF65-F5344CB8AC3E}">
        <p14:creationId xmlns:p14="http://schemas.microsoft.com/office/powerpoint/2010/main" val="192778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257F-AE42-A8B8-A33D-B2124DC5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Cum? Gradient Descent pe </a:t>
            </a:r>
            <a:r>
              <a:rPr lang="en-US" dirty="0" err="1"/>
              <a:t>functie</a:t>
            </a:r>
            <a:r>
              <a:rPr lang="en-US" dirty="0"/>
              <a:t> de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B375-EED8-F58F-F9DA-C6CBCD8B3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Functia</a:t>
            </a:r>
            <a:r>
              <a:rPr lang="en-US" dirty="0"/>
              <a:t> de cost: Cross entropy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58C14-26B7-82F2-DB36-6FDAFB56B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90" y="2544856"/>
            <a:ext cx="5267885" cy="883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39E9C8-57F9-CCA4-E872-58A63A04137E}"/>
              </a:ext>
            </a:extLst>
          </p:cNvPr>
          <p:cNvSpPr txBox="1"/>
          <p:nvPr/>
        </p:nvSpPr>
        <p:spPr>
          <a:xfrm>
            <a:off x="1025808" y="3733270"/>
            <a:ext cx="10629989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Obs</a:t>
            </a:r>
            <a:r>
              <a:rPr lang="en-US" dirty="0"/>
              <a:t>: Daca sunt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, </a:t>
            </a:r>
            <a:r>
              <a:rPr lang="en-US" dirty="0" err="1"/>
              <a:t>functia</a:t>
            </a:r>
            <a:r>
              <a:rPr lang="en-US" dirty="0"/>
              <a:t> de loss e  </a:t>
            </a:r>
            <a:r>
              <a:rPr lang="en-US" dirty="0" err="1"/>
              <a:t>echivalenta</a:t>
            </a:r>
            <a:r>
              <a:rPr lang="en-US" dirty="0"/>
              <a:t> cu Logistic Regression cost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A336B-FED6-BCE7-6329-5E432EEFD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521" y="1820116"/>
            <a:ext cx="4130488" cy="5731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4E3534-3628-8E4B-680A-9DBEA81EF0F6}"/>
              </a:ext>
            </a:extLst>
          </p:cNvPr>
          <p:cNvSpPr txBox="1"/>
          <p:nvPr/>
        </p:nvSpPr>
        <p:spPr>
          <a:xfrm>
            <a:off x="8929579" y="2533684"/>
            <a:ext cx="2213908" cy="646331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Cross entropy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distributii</a:t>
            </a:r>
          </a:p>
        </p:txBody>
      </p:sp>
    </p:spTree>
    <p:extLst>
      <p:ext uri="{BB962C8B-B14F-4D97-AF65-F5344CB8AC3E}">
        <p14:creationId xmlns:p14="http://schemas.microsoft.com/office/powerpoint/2010/main" val="222058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633D-BC52-0CB4-DADC-070A2D57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 </a:t>
            </a:r>
            <a:r>
              <a:rPr lang="en-US" dirty="0" err="1"/>
              <a:t>pentru</a:t>
            </a:r>
            <a:r>
              <a:rPr lang="en-US" dirty="0"/>
              <a:t> iris cu 3 </a:t>
            </a:r>
            <a:r>
              <a:rPr lang="en-US" dirty="0" err="1"/>
              <a:t>clase</a:t>
            </a:r>
            <a:r>
              <a:rPr lang="en-US" dirty="0"/>
              <a:t>; </a:t>
            </a:r>
            <a:r>
              <a:rPr lang="en-US" dirty="0" err="1"/>
              <a:t>invatare</a:t>
            </a:r>
            <a:r>
              <a:rPr lang="en-US" dirty="0"/>
              <a:t> din 2 </a:t>
            </a:r>
            <a:r>
              <a:rPr lang="en-US" dirty="0" err="1"/>
              <a:t>atribute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9B40E9-13F9-748A-37B4-A97F56B64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622" y="2194626"/>
            <a:ext cx="8748432" cy="3882277"/>
          </a:xfrm>
        </p:spPr>
      </p:pic>
    </p:spTree>
    <p:extLst>
      <p:ext uri="{BB962C8B-B14F-4D97-AF65-F5344CB8AC3E}">
        <p14:creationId xmlns:p14="http://schemas.microsoft.com/office/powerpoint/2010/main" val="87138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204E-E4AB-8BCB-D9CC-A45C06DD5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789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clasificare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1BFD6-9632-41D9-A08B-0EE907D5BF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989" t="18137"/>
          <a:stretch/>
        </p:blipFill>
        <p:spPr>
          <a:xfrm>
            <a:off x="5972735" y="1243853"/>
            <a:ext cx="6219273" cy="561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9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A916-7A10-44E6-670C-18F48070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and recall - revisit</a:t>
            </a:r>
          </a:p>
        </p:txBody>
      </p:sp>
      <p:pic>
        <p:nvPicPr>
          <p:cNvPr id="4" name="Content Placeholder 3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9F0FC03F-4A63-6BFB-CEC2-61A6276B4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674" y="1713613"/>
            <a:ext cx="2276475" cy="742950"/>
          </a:xfr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468F684-74B7-665C-16E4-00683E494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269" y="1765207"/>
            <a:ext cx="1924050" cy="638175"/>
          </a:xfrm>
          <a:prstGeom prst="rect">
            <a:avLst/>
          </a:prstGeom>
        </p:spPr>
      </p:pic>
      <p:pic>
        <p:nvPicPr>
          <p:cNvPr id="6" name="Picture 5" descr="A close-up of a sign&#10;&#10;Description automatically generated">
            <a:extLst>
              <a:ext uri="{FF2B5EF4-FFF2-40B4-BE49-F238E27FC236}">
                <a16:creationId xmlns:a16="http://schemas.microsoft.com/office/drawing/2014/main" id="{BBC0F4D4-E2B2-A7C4-F5FD-75B56306B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8" y="2971800"/>
            <a:ext cx="90678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EC6002-595E-2DAA-7517-1E7ED6A5D678}"/>
              </a:ext>
            </a:extLst>
          </p:cNvPr>
          <p:cNvSpPr txBox="1"/>
          <p:nvPr/>
        </p:nvSpPr>
        <p:spPr>
          <a:xfrm>
            <a:off x="874459" y="2556113"/>
            <a:ext cx="1177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Exemplu</a:t>
            </a:r>
            <a:r>
              <a:rPr lang="en-US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54477-2E27-2012-42D7-09A4732A90E2}"/>
              </a:ext>
            </a:extLst>
          </p:cNvPr>
          <p:cNvSpPr txBox="1"/>
          <p:nvPr/>
        </p:nvSpPr>
        <p:spPr>
          <a:xfrm>
            <a:off x="835325" y="4125629"/>
            <a:ext cx="2718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Precision = 1/(1+1)= 0.5</a:t>
            </a:r>
          </a:p>
          <a:p>
            <a:r>
              <a:rPr lang="en-US" dirty="0"/>
              <a:t>Recall = 1/(1+8) = 0.11</a:t>
            </a:r>
          </a:p>
        </p:txBody>
      </p:sp>
    </p:spTree>
    <p:extLst>
      <p:ext uri="{BB962C8B-B14F-4D97-AF65-F5344CB8AC3E}">
        <p14:creationId xmlns:p14="http://schemas.microsoft.com/office/powerpoint/2010/main" val="3454850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D9FF-222C-401B-BC68-454EC562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model&#10;&#10;Description automatically generated">
            <a:extLst>
              <a:ext uri="{FF2B5EF4-FFF2-40B4-BE49-F238E27FC236}">
                <a16:creationId xmlns:a16="http://schemas.microsoft.com/office/drawing/2014/main" id="{64C5E8D5-521F-6408-4E23-8DCBCDFFE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087" y="173084"/>
            <a:ext cx="9010650" cy="21431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EB79C-9556-90F4-8AE3-0938ED239C86}"/>
              </a:ext>
            </a:extLst>
          </p:cNvPr>
          <p:cNvSpPr txBox="1"/>
          <p:nvPr/>
        </p:nvSpPr>
        <p:spPr>
          <a:xfrm>
            <a:off x="975359" y="3116760"/>
            <a:ext cx="62427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Daca </a:t>
            </a:r>
            <a:r>
              <a:rPr lang="en-US" dirty="0" err="1"/>
              <a:t>modificam</a:t>
            </a:r>
            <a:r>
              <a:rPr lang="en-US" dirty="0"/>
              <a:t> </a:t>
            </a:r>
            <a:r>
              <a:rPr lang="en-US" dirty="0" err="1"/>
              <a:t>thresholdul</a:t>
            </a:r>
            <a:r>
              <a:rPr lang="en-US" dirty="0"/>
              <a:t>?</a:t>
            </a:r>
          </a:p>
        </p:txBody>
      </p:sp>
      <p:pic>
        <p:nvPicPr>
          <p:cNvPr id="7" name="Picture 6" descr="A diagram of a model&#10;&#10;Description automatically generated">
            <a:extLst>
              <a:ext uri="{FF2B5EF4-FFF2-40B4-BE49-F238E27FC236}">
                <a16:creationId xmlns:a16="http://schemas.microsoft.com/office/drawing/2014/main" id="{5D6B907C-9A00-292A-96AE-9B58CB842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87" y="2472298"/>
            <a:ext cx="8858250" cy="2047875"/>
          </a:xfrm>
          <a:prstGeom prst="rect">
            <a:avLst/>
          </a:prstGeom>
        </p:spPr>
      </p:pic>
      <p:pic>
        <p:nvPicPr>
          <p:cNvPr id="9" name="Picture 8" descr="A diagram of a model&#10;&#10;Description automatically generated">
            <a:extLst>
              <a:ext uri="{FF2B5EF4-FFF2-40B4-BE49-F238E27FC236}">
                <a16:creationId xmlns:a16="http://schemas.microsoft.com/office/drawing/2014/main" id="{AFEC48B5-21BC-CE25-4A07-314FE05B6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22" y="4731403"/>
            <a:ext cx="8734425" cy="2124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42F9BB-EF46-C126-601D-5EB1AB5196FD}"/>
              </a:ext>
            </a:extLst>
          </p:cNvPr>
          <p:cNvSpPr txBox="1"/>
          <p:nvPr/>
        </p:nvSpPr>
        <p:spPr>
          <a:xfrm>
            <a:off x="7519517" y="1861409"/>
            <a:ext cx="4450107" cy="923330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Precision = 8/(8+2) = 0.8             </a:t>
            </a:r>
            <a:endParaRPr lang="en-US"/>
          </a:p>
          <a:p>
            <a:r>
              <a:rPr lang="en-US" dirty="0"/>
              <a:t>Recall  = 8/(8+3) = 0.73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B41D6-919A-DEDF-1B9B-99D64F28C05F}"/>
              </a:ext>
            </a:extLst>
          </p:cNvPr>
          <p:cNvSpPr txBox="1"/>
          <p:nvPr/>
        </p:nvSpPr>
        <p:spPr>
          <a:xfrm>
            <a:off x="7519516" y="4046557"/>
            <a:ext cx="4461313" cy="923330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Precision = 7/(7+1) = 0.88             </a:t>
            </a:r>
          </a:p>
          <a:p>
            <a:r>
              <a:rPr lang="en-US" dirty="0"/>
              <a:t>Recall  = 7/(7+4) = 0.64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49E1D7-CB5A-693F-176B-07B3B626EDFD}"/>
              </a:ext>
            </a:extLst>
          </p:cNvPr>
          <p:cNvSpPr txBox="1"/>
          <p:nvPr/>
        </p:nvSpPr>
        <p:spPr>
          <a:xfrm>
            <a:off x="7519516" y="5794674"/>
            <a:ext cx="4461313" cy="923330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Precision = 9/(9+3) = 0.75             </a:t>
            </a:r>
          </a:p>
          <a:p>
            <a:r>
              <a:rPr lang="en-US" dirty="0"/>
              <a:t>Recall  = 9/(9+2) = 0.82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84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767A-B3BF-B13D-F5E5-397814EA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F-measure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metrici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F537F9-2932-3F85-1F1D-DCCB2905F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6771" y="1739388"/>
            <a:ext cx="4779868" cy="3941107"/>
          </a:xfrm>
        </p:spPr>
      </p:pic>
    </p:spTree>
    <p:extLst>
      <p:ext uri="{BB962C8B-B14F-4D97-AF65-F5344CB8AC3E}">
        <p14:creationId xmlns:p14="http://schemas.microsoft.com/office/powerpoint/2010/main" val="149827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154D-1017-CEC2-9D2F-EA274784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</p:txBody>
      </p:sp>
      <p:pic>
        <p:nvPicPr>
          <p:cNvPr id="4" name="Content Placeholder 3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5BBA9612-EC21-6ED8-FDC4-8D2BE3F19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172" y="1716415"/>
            <a:ext cx="3063127" cy="1566582"/>
          </a:xfrm>
        </p:spPr>
      </p:pic>
      <p:pic>
        <p:nvPicPr>
          <p:cNvPr id="5" name="Picture 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129F3CF0-5BDA-48E9-B84A-4204B47B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199" y="1694610"/>
            <a:ext cx="2795866" cy="1350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FE3A82-9CE5-E16F-60E3-D4D16173689A}"/>
              </a:ext>
            </a:extLst>
          </p:cNvPr>
          <p:cNvSpPr txBox="1"/>
          <p:nvPr/>
        </p:nvSpPr>
        <p:spPr>
          <a:xfrm>
            <a:off x="1900176" y="3430541"/>
            <a:ext cx="1025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Recall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7E7AC2-D6F7-FD2F-F10A-5A00AE6BE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92" y="3410510"/>
            <a:ext cx="4726642" cy="3443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88CD97-F78E-D1CD-F8BF-F2406AE94F8A}"/>
              </a:ext>
            </a:extLst>
          </p:cNvPr>
          <p:cNvSpPr txBox="1"/>
          <p:nvPr/>
        </p:nvSpPr>
        <p:spPr>
          <a:xfrm>
            <a:off x="572147" y="3901852"/>
            <a:ext cx="39010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ROC curve – TPR  vs FPR pt </a:t>
            </a:r>
            <a:r>
              <a:rPr lang="en-US" dirty="0" err="1"/>
              <a:t>diferite</a:t>
            </a:r>
            <a:r>
              <a:rPr lang="en-US" dirty="0"/>
              <a:t> </a:t>
            </a:r>
            <a:r>
              <a:rPr lang="en-US" dirty="0" err="1"/>
              <a:t>praguri</a:t>
            </a:r>
            <a:r>
              <a:rPr lang="en-US" dirty="0"/>
              <a:t> de </a:t>
            </a:r>
            <a:r>
              <a:rPr lang="en-US" dirty="0" err="1"/>
              <a:t>clasificare</a:t>
            </a:r>
            <a:r>
              <a:rPr lang="en-US" dirty="0"/>
              <a:t>.</a:t>
            </a:r>
          </a:p>
          <a:p>
            <a:r>
              <a:rPr lang="en-US" dirty="0" err="1"/>
              <a:t>Reducand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, se </a:t>
            </a:r>
            <a:r>
              <a:rPr lang="en-US" dirty="0" err="1"/>
              <a:t>clasifica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pozitive</a:t>
            </a:r>
            <a:r>
              <a:rPr lang="en-US" dirty="0"/>
              <a:t>, </a:t>
            </a:r>
            <a:r>
              <a:rPr lang="en-US" dirty="0" err="1"/>
              <a:t>crescand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TPR cat </a:t>
            </a:r>
            <a:r>
              <a:rPr lang="en-US" dirty="0" err="1"/>
              <a:t>si</a:t>
            </a:r>
            <a:r>
              <a:rPr lang="en-US" dirty="0"/>
              <a:t> FPR</a:t>
            </a:r>
          </a:p>
        </p:txBody>
      </p:sp>
    </p:spTree>
    <p:extLst>
      <p:ext uri="{BB962C8B-B14F-4D97-AF65-F5344CB8AC3E}">
        <p14:creationId xmlns:p14="http://schemas.microsoft.com/office/powerpoint/2010/main" val="301463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E4ED-FCBD-7AD0-2C4D-81B43274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 – area under the 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CC79-9B39-CA3D-5E1C-546DD5CCB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Masoara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 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pragurile</a:t>
            </a:r>
            <a:r>
              <a:rPr lang="en-US" dirty="0"/>
              <a:t> de </a:t>
            </a:r>
            <a:r>
              <a:rPr lang="en-US" dirty="0" err="1"/>
              <a:t>clasificare</a:t>
            </a:r>
          </a:p>
          <a:p>
            <a:r>
              <a:rPr lang="en-US" dirty="0" err="1"/>
              <a:t>Interpretare</a:t>
            </a:r>
            <a:r>
              <a:rPr lang="en-US" dirty="0"/>
              <a:t> </a:t>
            </a:r>
            <a:r>
              <a:rPr lang="en-US" dirty="0" err="1"/>
              <a:t>posibila</a:t>
            </a:r>
            <a:r>
              <a:rPr lang="en-US" dirty="0"/>
              <a:t>: </a:t>
            </a:r>
            <a:r>
              <a:rPr lang="en-US" dirty="0" err="1"/>
              <a:t>probabilitatea</a:t>
            </a:r>
            <a:r>
              <a:rPr lang="en-US" dirty="0"/>
              <a:t> ca un model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dea</a:t>
            </a:r>
            <a:r>
              <a:rPr lang="en-US" dirty="0"/>
              <a:t> un rank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pozitiv</a:t>
            </a:r>
            <a:r>
              <a:rPr lang="en-US" dirty="0"/>
              <a:t> random </a:t>
            </a:r>
            <a:r>
              <a:rPr lang="en-US" dirty="0" err="1"/>
              <a:t>decat</a:t>
            </a:r>
            <a:r>
              <a:rPr lang="en-US" dirty="0"/>
              <a:t> 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negativ</a:t>
            </a:r>
            <a:r>
              <a:rPr lang="en-US" dirty="0"/>
              <a:t> random</a:t>
            </a:r>
          </a:p>
        </p:txBody>
      </p:sp>
      <p:pic>
        <p:nvPicPr>
          <p:cNvPr id="4" name="Picture 3" descr="A line of red green and black dots&#10;&#10;Description automatically generated">
            <a:extLst>
              <a:ext uri="{FF2B5EF4-FFF2-40B4-BE49-F238E27FC236}">
                <a16:creationId xmlns:a16="http://schemas.microsoft.com/office/drawing/2014/main" id="{CF85BE81-8E15-B046-5715-59EC1F1A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72" y="3795153"/>
            <a:ext cx="9858375" cy="1419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FCFB4E-B66F-A666-3403-3188F0A22225}"/>
              </a:ext>
            </a:extLst>
          </p:cNvPr>
          <p:cNvSpPr txBox="1"/>
          <p:nvPr/>
        </p:nvSpPr>
        <p:spPr>
          <a:xfrm>
            <a:off x="678472" y="5202073"/>
            <a:ext cx="9548937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Probabilitatea</a:t>
            </a:r>
            <a:r>
              <a:rPr lang="en-US" dirty="0"/>
              <a:t> ca un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pozitionat</a:t>
            </a:r>
            <a:r>
              <a:rPr lang="en-US" dirty="0"/>
              <a:t> in </a:t>
            </a:r>
            <a:r>
              <a:rPr lang="en-US" dirty="0" err="1"/>
              <a:t>dreapta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 </a:t>
            </a:r>
            <a:r>
              <a:rPr lang="en-US" dirty="0" err="1"/>
              <a:t>exemplu</a:t>
            </a:r>
            <a:r>
              <a:rPr lang="en-US" dirty="0"/>
              <a:t> random  </a:t>
            </a:r>
            <a:r>
              <a:rPr lang="en-US" dirty="0" err="1"/>
              <a:t>rosu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A7FDF-1ED8-D96D-C745-275C929FE4A3}"/>
              </a:ext>
            </a:extLst>
          </p:cNvPr>
          <p:cNvSpPr txBox="1"/>
          <p:nvPr/>
        </p:nvSpPr>
        <p:spPr>
          <a:xfrm>
            <a:off x="835215" y="5852153"/>
            <a:ext cx="83826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Variaza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0 </a:t>
            </a:r>
            <a:r>
              <a:rPr lang="en-US" dirty="0" err="1"/>
              <a:t>si</a:t>
            </a:r>
            <a:r>
              <a:rPr lang="en-US" dirty="0"/>
              <a:t> 1: un model care  </a:t>
            </a:r>
            <a:r>
              <a:rPr lang="en-US" dirty="0" err="1"/>
              <a:t>prezice</a:t>
            </a:r>
            <a:r>
              <a:rPr lang="en-US" dirty="0"/>
              <a:t> 100% </a:t>
            </a:r>
            <a:r>
              <a:rPr lang="en-US" dirty="0" err="1"/>
              <a:t>gresit</a:t>
            </a:r>
            <a:r>
              <a:rPr lang="en-US" dirty="0"/>
              <a:t> are AUC = 0; </a:t>
            </a:r>
          </a:p>
        </p:txBody>
      </p:sp>
    </p:spTree>
    <p:extLst>
      <p:ext uri="{BB962C8B-B14F-4D97-AF65-F5344CB8AC3E}">
        <p14:creationId xmlns:p14="http://schemas.microsoft.com/office/powerpoint/2010/main" val="348946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curve&#10;&#10;Description automatically generated">
            <a:extLst>
              <a:ext uri="{FF2B5EF4-FFF2-40B4-BE49-F238E27FC236}">
                <a16:creationId xmlns:a16="http://schemas.microsoft.com/office/drawing/2014/main" id="{6D192A34-33DB-8E34-27C9-C09CD327C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959" y="633646"/>
            <a:ext cx="4143375" cy="31718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EAFD11-DA13-02AA-32FF-668D31F10EC2}"/>
              </a:ext>
            </a:extLst>
          </p:cNvPr>
          <p:cNvSpPr txBox="1"/>
          <p:nvPr/>
        </p:nvSpPr>
        <p:spPr>
          <a:xfrm>
            <a:off x="5162676" y="773560"/>
            <a:ext cx="582288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AUC:</a:t>
            </a:r>
          </a:p>
          <a:p>
            <a:r>
              <a:rPr lang="en-US" dirty="0"/>
              <a:t>PRO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Scale invariant – nu </a:t>
            </a:r>
            <a:r>
              <a:rPr lang="en-US" dirty="0" err="1"/>
              <a:t>depinde</a:t>
            </a:r>
            <a:r>
              <a:rPr lang="en-US" dirty="0"/>
              <a:t> de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predictiei</a:t>
            </a:r>
            <a:r>
              <a:rPr lang="en-US" dirty="0"/>
              <a:t>, ci </a:t>
            </a:r>
            <a:r>
              <a:rPr lang="en-US" dirty="0" err="1"/>
              <a:t>doar</a:t>
            </a:r>
            <a:r>
              <a:rPr lang="en-US" dirty="0"/>
              <a:t> de </a:t>
            </a:r>
            <a:r>
              <a:rPr lang="en-US" dirty="0" err="1"/>
              <a:t>rankul</a:t>
            </a:r>
            <a:r>
              <a:rPr lang="en-US" dirty="0"/>
              <a:t> </a:t>
            </a:r>
            <a:r>
              <a:rPr lang="en-US" dirty="0" err="1"/>
              <a:t>predictiei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/>
              <a:t>Classification threshold-invariant</a:t>
            </a:r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r>
              <a:rPr lang="en-US" dirty="0"/>
              <a:t>CON: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Scale invariance nu e </a:t>
            </a:r>
            <a:r>
              <a:rPr lang="en-US" dirty="0" err="1"/>
              <a:t>intotdeauna</a:t>
            </a:r>
            <a:r>
              <a:rPr lang="en-US" dirty="0"/>
              <a:t> de </a:t>
            </a:r>
            <a:r>
              <a:rPr lang="en-US" dirty="0" err="1"/>
              <a:t>dorit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/>
              <a:t>Classification-threshold invariance nu e </a:t>
            </a:r>
            <a:r>
              <a:rPr lang="en-US" dirty="0" err="1"/>
              <a:t>intotdeauna</a:t>
            </a:r>
            <a:r>
              <a:rPr lang="en-US" dirty="0"/>
              <a:t> de </a:t>
            </a:r>
            <a:r>
              <a:rPr lang="en-US" dirty="0" err="1"/>
              <a:t>dorit</a:t>
            </a:r>
            <a:r>
              <a:rPr lang="en-US" dirty="0"/>
              <a:t>: </a:t>
            </a:r>
            <a:r>
              <a:rPr lang="en-US" dirty="0" err="1"/>
              <a:t>daca</a:t>
            </a:r>
            <a:r>
              <a:rPr lang="en-US" dirty="0"/>
              <a:t> false </a:t>
            </a:r>
            <a:r>
              <a:rPr lang="en-US" dirty="0" err="1"/>
              <a:t>negativele</a:t>
            </a:r>
            <a:r>
              <a:rPr lang="en-US" dirty="0"/>
              <a:t> au impact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fals</a:t>
            </a:r>
            <a:r>
              <a:rPr lang="en-US" dirty="0"/>
              <a:t> </a:t>
            </a:r>
            <a:r>
              <a:rPr lang="en-US" dirty="0" err="1"/>
              <a:t>pozitivele</a:t>
            </a:r>
            <a:r>
              <a:rPr lang="en-US" dirty="0"/>
              <a:t>;</a:t>
            </a:r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r>
              <a:rPr lang="en-US" dirty="0"/>
              <a:t>      </a:t>
            </a:r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clasificare</a:t>
            </a:r>
            <a:r>
              <a:rPr lang="en-US" dirty="0"/>
              <a:t> spam/</a:t>
            </a:r>
            <a:r>
              <a:rPr lang="en-US" dirty="0" err="1"/>
              <a:t>nonspam</a:t>
            </a:r>
            <a:r>
              <a:rPr lang="en-US" dirty="0"/>
              <a:t> - </a:t>
            </a:r>
            <a:r>
              <a:rPr lang="en-US" dirty="0" err="1"/>
              <a:t>pierderea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important (not spam </a:t>
            </a:r>
            <a:r>
              <a:rPr lang="en-US" dirty="0" err="1"/>
              <a:t>clasificat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spam) e </a:t>
            </a:r>
            <a:r>
              <a:rPr lang="en-US" dirty="0" err="1"/>
              <a:t>mai</a:t>
            </a:r>
            <a:r>
              <a:rPr lang="en-US" dirty="0"/>
              <a:t> rea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includerea</a:t>
            </a:r>
            <a:r>
              <a:rPr lang="en-US" dirty="0"/>
              <a:t> in </a:t>
            </a:r>
            <a:r>
              <a:rPr lang="en-US" dirty="0" err="1"/>
              <a:t>citire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 spams;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reducerea</a:t>
            </a:r>
            <a:r>
              <a:rPr lang="en-US" dirty="0"/>
              <a:t>  false </a:t>
            </a:r>
            <a:r>
              <a:rPr lang="en-US" dirty="0" err="1"/>
              <a:t>pozitivele</a:t>
            </a:r>
            <a:r>
              <a:rPr lang="en-US" dirty="0"/>
              <a:t> 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prioritizata</a:t>
            </a:r>
            <a:r>
              <a:rPr lang="en-US" dirty="0"/>
              <a:t>; </a:t>
            </a:r>
          </a:p>
          <a:p>
            <a:r>
              <a:rPr lang="en-US" dirty="0"/>
              <a:t>AUC nu </a:t>
            </a:r>
            <a:r>
              <a:rPr lang="en-US" dirty="0" err="1"/>
              <a:t>surprinde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aspect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E517C-2FE8-0016-FBE8-B161B70A6364}"/>
              </a:ext>
            </a:extLst>
          </p:cNvPr>
          <p:cNvSpPr txBox="1"/>
          <p:nvPr/>
        </p:nvSpPr>
        <p:spPr>
          <a:xfrm>
            <a:off x="1008991" y="5330841"/>
            <a:ext cx="2914592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ROC </a:t>
            </a:r>
            <a:r>
              <a:rPr lang="en-US" dirty="0" err="1"/>
              <a:t>si</a:t>
            </a:r>
            <a:r>
              <a:rPr lang="en-US" dirty="0"/>
              <a:t> AUC pot fi </a:t>
            </a:r>
            <a:r>
              <a:rPr lang="en-US" dirty="0" err="1"/>
              <a:t>folosite</a:t>
            </a:r>
            <a:r>
              <a:rPr lang="en-US" dirty="0"/>
              <a:t> pt a </a:t>
            </a:r>
            <a:r>
              <a:rPr lang="en-US" dirty="0" err="1"/>
              <a:t>compara</a:t>
            </a:r>
            <a:r>
              <a:rPr lang="en-US" dirty="0"/>
              <a:t> </a:t>
            </a:r>
            <a:r>
              <a:rPr lang="en-US" dirty="0" err="1"/>
              <a:t>clasificatorii</a:t>
            </a:r>
          </a:p>
        </p:txBody>
      </p:sp>
    </p:spTree>
    <p:extLst>
      <p:ext uri="{BB962C8B-B14F-4D97-AF65-F5344CB8AC3E}">
        <p14:creationId xmlns:p14="http://schemas.microsoft.com/office/powerpoint/2010/main" val="653420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2145-0B79-9EB0-801A-470695F5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pt </a:t>
            </a:r>
            <a:r>
              <a:rPr lang="en-US" dirty="0" err="1"/>
              <a:t>comparare</a:t>
            </a:r>
            <a:r>
              <a:rPr lang="en-US" dirty="0"/>
              <a:t> </a:t>
            </a:r>
            <a:r>
              <a:rPr lang="en-US" dirty="0" err="1"/>
              <a:t>clasificatori</a:t>
            </a:r>
          </a:p>
        </p:txBody>
      </p:sp>
      <p:pic>
        <p:nvPicPr>
          <p:cNvPr id="4" name="Content Placeholder 3" descr="A graph with a line and a dotted line&#10;&#10;Description automatically generated">
            <a:extLst>
              <a:ext uri="{FF2B5EF4-FFF2-40B4-BE49-F238E27FC236}">
                <a16:creationId xmlns:a16="http://schemas.microsoft.com/office/drawing/2014/main" id="{38845C19-ADDA-F2DF-E9A5-BF2D3591B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75" y="1523066"/>
            <a:ext cx="6555389" cy="4967661"/>
          </a:xfrm>
        </p:spPr>
      </p:pic>
    </p:spTree>
    <p:extLst>
      <p:ext uri="{BB962C8B-B14F-4D97-AF65-F5344CB8AC3E}">
        <p14:creationId xmlns:p14="http://schemas.microsoft.com/office/powerpoint/2010/main" val="53422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7F74-5583-5012-D319-D563F8A1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recall curve</a:t>
            </a:r>
          </a:p>
        </p:txBody>
      </p:sp>
      <p:pic>
        <p:nvPicPr>
          <p:cNvPr id="4" name="Content Placeholder 3" descr="A graph of a curve&#10;&#10;Description automatically generated">
            <a:extLst>
              <a:ext uri="{FF2B5EF4-FFF2-40B4-BE49-F238E27FC236}">
                <a16:creationId xmlns:a16="http://schemas.microsoft.com/office/drawing/2014/main" id="{39BA2F34-DD94-5307-438A-098133311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16" y="1679948"/>
            <a:ext cx="5759344" cy="4351338"/>
          </a:xfrm>
        </p:spPr>
      </p:pic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D73E479A-FBDD-7B51-DA7D-4EA73093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85" y="1721784"/>
            <a:ext cx="5384987" cy="37730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2D545-F4A4-CA06-BF1C-C83366684301}"/>
              </a:ext>
            </a:extLst>
          </p:cNvPr>
          <p:cNvSpPr txBox="1"/>
          <p:nvPr/>
        </p:nvSpPr>
        <p:spPr>
          <a:xfrm>
            <a:off x="7752421" y="5784887"/>
            <a:ext cx="3447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ROC 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5B0C4-88A9-89F1-9C04-46D8F8688B9E}"/>
              </a:ext>
            </a:extLst>
          </p:cNvPr>
          <p:cNvSpPr txBox="1"/>
          <p:nvPr/>
        </p:nvSpPr>
        <p:spPr>
          <a:xfrm>
            <a:off x="656831" y="6154851"/>
            <a:ext cx="111286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Cele </a:t>
            </a:r>
            <a:r>
              <a:rPr lang="en-US" dirty="0" err="1"/>
              <a:t>doua</a:t>
            </a:r>
            <a:r>
              <a:rPr lang="en-US" dirty="0"/>
              <a:t> sunt generate pt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binara</a:t>
            </a:r>
            <a:r>
              <a:rPr lang="en-US" dirty="0"/>
              <a:t> cu </a:t>
            </a:r>
            <a:r>
              <a:rPr lang="en-US" dirty="0" err="1"/>
              <a:t>putin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in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pozitiva</a:t>
            </a:r>
            <a:r>
              <a:rPr lang="en-US" dirty="0"/>
              <a:t>. </a:t>
            </a:r>
            <a:r>
              <a:rPr lang="en-US" dirty="0" err="1"/>
              <a:t>PrecisionRecall</a:t>
            </a:r>
            <a:r>
              <a:rPr lang="en-US" dirty="0"/>
              <a:t> curve </a:t>
            </a:r>
            <a:r>
              <a:rPr lang="en-US" dirty="0" err="1"/>
              <a:t>arata</a:t>
            </a:r>
            <a:r>
              <a:rPr lang="en-US" dirty="0"/>
              <a:t> ca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imbunatatit</a:t>
            </a:r>
            <a:r>
              <a:rPr lang="en-US" dirty="0"/>
              <a:t>, 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ROC curve nu </a:t>
            </a:r>
            <a:r>
              <a:rPr lang="en-US" dirty="0" err="1"/>
              <a:t>surprinde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aspect</a:t>
            </a:r>
          </a:p>
        </p:txBody>
      </p:sp>
    </p:spTree>
    <p:extLst>
      <p:ext uri="{BB962C8B-B14F-4D97-AF65-F5344CB8AC3E}">
        <p14:creationId xmlns:p14="http://schemas.microsoft.com/office/powerpoint/2010/main" val="358535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2F05-1E04-A117-DE34-F67B96B5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D167B9-47F6-8BA4-7E38-FF4EC24BF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727" y="2580388"/>
            <a:ext cx="3648075" cy="24384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D10E98-51E4-12A0-4EC5-851DA136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619" y="2621056"/>
            <a:ext cx="3943350" cy="2400300"/>
          </a:xfrm>
          <a:prstGeom prst="rect">
            <a:avLst/>
          </a:prstGeom>
        </p:spPr>
      </p:pic>
      <p:pic>
        <p:nvPicPr>
          <p:cNvPr id="6" name="Picture 5" descr="A white background with blue lines&#10;&#10;Description automatically generated">
            <a:extLst>
              <a:ext uri="{FF2B5EF4-FFF2-40B4-BE49-F238E27FC236}">
                <a16:creationId xmlns:a16="http://schemas.microsoft.com/office/drawing/2014/main" id="{0F1C50F3-D1E9-2A96-781D-10FB659A5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591" y="2629181"/>
            <a:ext cx="3952875" cy="242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C265F-F017-065F-4186-9CE8D4DA9651}"/>
              </a:ext>
            </a:extLst>
          </p:cNvPr>
          <p:cNvSpPr txBox="1"/>
          <p:nvPr/>
        </p:nvSpPr>
        <p:spPr>
          <a:xfrm>
            <a:off x="2017829" y="5045067"/>
            <a:ext cx="40409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51425-77DF-CF76-9842-61C00110CF75}"/>
              </a:ext>
            </a:extLst>
          </p:cNvPr>
          <p:cNvSpPr txBox="1"/>
          <p:nvPr/>
        </p:nvSpPr>
        <p:spPr>
          <a:xfrm>
            <a:off x="5895064" y="5089891"/>
            <a:ext cx="40409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8938B-DC32-2AD5-CE11-0B9DE4BCD628}"/>
              </a:ext>
            </a:extLst>
          </p:cNvPr>
          <p:cNvSpPr txBox="1"/>
          <p:nvPr/>
        </p:nvSpPr>
        <p:spPr>
          <a:xfrm>
            <a:off x="9380093" y="5089890"/>
            <a:ext cx="40409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4278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9868-0B83-1B23-BE02-CDE965A8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comic strip of a person&#10;&#10;Description automatically generated">
            <a:extLst>
              <a:ext uri="{FF2B5EF4-FFF2-40B4-BE49-F238E27FC236}">
                <a16:creationId xmlns:a16="http://schemas.microsoft.com/office/drawing/2014/main" id="{AA6CB750-FEF9-0539-CC8F-64D1BA7D4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5278" y="783478"/>
            <a:ext cx="5493325" cy="5953779"/>
          </a:xfrm>
        </p:spPr>
      </p:pic>
    </p:spTree>
    <p:extLst>
      <p:ext uri="{BB962C8B-B14F-4D97-AF65-F5344CB8AC3E}">
        <p14:creationId xmlns:p14="http://schemas.microsoft.com/office/powerpoint/2010/main" val="331914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Curs 5 – Logistic regression. ROC curve.  </vt:lpstr>
      <vt:lpstr>Clasificare binara</vt:lpstr>
      <vt:lpstr>Logistic regression</vt:lpstr>
      <vt:lpstr>PowerPoint Presentation</vt:lpstr>
      <vt:lpstr>Cum putem invata un astfel de model?</vt:lpstr>
      <vt:lpstr>PowerPoint Presentation</vt:lpstr>
      <vt:lpstr>Calcul derivate partiale pentru Gradient Descent</vt:lpstr>
      <vt:lpstr>PowerPoint Presentation</vt:lpstr>
      <vt:lpstr>Regularizare</vt:lpstr>
      <vt:lpstr>Exemplu iris Clasificare binara: Iris Virginica (2) </vt:lpstr>
      <vt:lpstr>Ce facem cu 3 clase?</vt:lpstr>
      <vt:lpstr>Softmax regression</vt:lpstr>
      <vt:lpstr>Cum? Gradient Descent pe functie de loss</vt:lpstr>
      <vt:lpstr>Decision boundaries pentru iris cu 3 clase; invatare din 2 atribute</vt:lpstr>
      <vt:lpstr>PowerPoint Presentation</vt:lpstr>
      <vt:lpstr>Precision and recall - revisit</vt:lpstr>
      <vt:lpstr>PowerPoint Presentation</vt:lpstr>
      <vt:lpstr>F-measure si alte metrici</vt:lpstr>
      <vt:lpstr>ROC curve</vt:lpstr>
      <vt:lpstr>AUC – area under the ROC curve</vt:lpstr>
      <vt:lpstr>PowerPoint Presentation</vt:lpstr>
      <vt:lpstr>ROC curve pt comparare clasificatori</vt:lpstr>
      <vt:lpstr>Precision recall curve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590</cp:revision>
  <dcterms:created xsi:type="dcterms:W3CDTF">2024-04-03T19:34:13Z</dcterms:created>
  <dcterms:modified xsi:type="dcterms:W3CDTF">2025-04-02T15:42:54Z</dcterms:modified>
</cp:coreProperties>
</file>